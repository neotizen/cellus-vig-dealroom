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</p:sldIdLst>
  <p:sldSz cx="6858000" cy="9398000"/>
  <p:notesSz cx="6797675" cy="9926638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308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913380"/>
            <a:ext cx="5829300" cy="197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262880"/>
            <a:ext cx="4800600" cy="2349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61540"/>
            <a:ext cx="2983230" cy="620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61540"/>
            <a:ext cx="2983230" cy="620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6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22619" y="7930316"/>
            <a:ext cx="1135379" cy="145599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544312" y="7893303"/>
            <a:ext cx="1313815" cy="1455420"/>
          </a:xfrm>
          <a:custGeom>
            <a:avLst/>
            <a:gdLst/>
            <a:ahLst/>
            <a:cxnLst/>
            <a:rect l="l" t="t" r="r" b="b"/>
            <a:pathLst>
              <a:path w="1313815" h="1455420">
                <a:moveTo>
                  <a:pt x="1313688" y="0"/>
                </a:moveTo>
                <a:lnTo>
                  <a:pt x="879348" y="0"/>
                </a:lnTo>
                <a:lnTo>
                  <a:pt x="879348" y="281584"/>
                </a:lnTo>
                <a:lnTo>
                  <a:pt x="827722" y="284149"/>
                </a:lnTo>
                <a:lnTo>
                  <a:pt x="775081" y="292074"/>
                </a:lnTo>
                <a:lnTo>
                  <a:pt x="724877" y="304876"/>
                </a:lnTo>
                <a:lnTo>
                  <a:pt x="677506" y="322237"/>
                </a:lnTo>
                <a:lnTo>
                  <a:pt x="633399" y="343827"/>
                </a:lnTo>
                <a:lnTo>
                  <a:pt x="592937" y="369328"/>
                </a:lnTo>
                <a:lnTo>
                  <a:pt x="556552" y="398399"/>
                </a:lnTo>
                <a:lnTo>
                  <a:pt x="524637" y="430720"/>
                </a:lnTo>
                <a:lnTo>
                  <a:pt x="497598" y="465963"/>
                </a:lnTo>
                <a:lnTo>
                  <a:pt x="475869" y="503809"/>
                </a:lnTo>
                <a:lnTo>
                  <a:pt x="459841" y="543928"/>
                </a:lnTo>
                <a:lnTo>
                  <a:pt x="449922" y="585990"/>
                </a:lnTo>
                <a:lnTo>
                  <a:pt x="446532" y="629666"/>
                </a:lnTo>
                <a:lnTo>
                  <a:pt x="449922" y="673354"/>
                </a:lnTo>
                <a:lnTo>
                  <a:pt x="459841" y="715416"/>
                </a:lnTo>
                <a:lnTo>
                  <a:pt x="475869" y="755535"/>
                </a:lnTo>
                <a:lnTo>
                  <a:pt x="495782" y="790232"/>
                </a:lnTo>
                <a:lnTo>
                  <a:pt x="486930" y="785812"/>
                </a:lnTo>
                <a:lnTo>
                  <a:pt x="443687" y="770890"/>
                </a:lnTo>
                <a:lnTo>
                  <a:pt x="398068" y="761631"/>
                </a:lnTo>
                <a:lnTo>
                  <a:pt x="350520" y="758444"/>
                </a:lnTo>
                <a:lnTo>
                  <a:pt x="302958" y="761631"/>
                </a:lnTo>
                <a:lnTo>
                  <a:pt x="257340" y="770890"/>
                </a:lnTo>
                <a:lnTo>
                  <a:pt x="214096" y="785812"/>
                </a:lnTo>
                <a:lnTo>
                  <a:pt x="173621" y="805992"/>
                </a:lnTo>
                <a:lnTo>
                  <a:pt x="136334" y="831011"/>
                </a:lnTo>
                <a:lnTo>
                  <a:pt x="102679" y="860437"/>
                </a:lnTo>
                <a:lnTo>
                  <a:pt x="73037" y="893889"/>
                </a:lnTo>
                <a:lnTo>
                  <a:pt x="47853" y="930922"/>
                </a:lnTo>
                <a:lnTo>
                  <a:pt x="27546" y="971130"/>
                </a:lnTo>
                <a:lnTo>
                  <a:pt x="12522" y="1014107"/>
                </a:lnTo>
                <a:lnTo>
                  <a:pt x="3200" y="1059434"/>
                </a:lnTo>
                <a:lnTo>
                  <a:pt x="0" y="1106678"/>
                </a:lnTo>
                <a:lnTo>
                  <a:pt x="3200" y="1153934"/>
                </a:lnTo>
                <a:lnTo>
                  <a:pt x="12522" y="1199261"/>
                </a:lnTo>
                <a:lnTo>
                  <a:pt x="27546" y="1242237"/>
                </a:lnTo>
                <a:lnTo>
                  <a:pt x="47853" y="1282446"/>
                </a:lnTo>
                <a:lnTo>
                  <a:pt x="73037" y="1319479"/>
                </a:lnTo>
                <a:lnTo>
                  <a:pt x="102679" y="1352931"/>
                </a:lnTo>
                <a:lnTo>
                  <a:pt x="136334" y="1382356"/>
                </a:lnTo>
                <a:lnTo>
                  <a:pt x="173621" y="1407375"/>
                </a:lnTo>
                <a:lnTo>
                  <a:pt x="214096" y="1427556"/>
                </a:lnTo>
                <a:lnTo>
                  <a:pt x="257340" y="1442478"/>
                </a:lnTo>
                <a:lnTo>
                  <a:pt x="302958" y="1451737"/>
                </a:lnTo>
                <a:lnTo>
                  <a:pt x="350520" y="1454912"/>
                </a:lnTo>
                <a:lnTo>
                  <a:pt x="398068" y="1451737"/>
                </a:lnTo>
                <a:lnTo>
                  <a:pt x="443687" y="1442478"/>
                </a:lnTo>
                <a:lnTo>
                  <a:pt x="486930" y="1427556"/>
                </a:lnTo>
                <a:lnTo>
                  <a:pt x="527405" y="1407375"/>
                </a:lnTo>
                <a:lnTo>
                  <a:pt x="564692" y="1382356"/>
                </a:lnTo>
                <a:lnTo>
                  <a:pt x="598347" y="1352918"/>
                </a:lnTo>
                <a:lnTo>
                  <a:pt x="627989" y="1319479"/>
                </a:lnTo>
                <a:lnTo>
                  <a:pt x="653173" y="1282446"/>
                </a:lnTo>
                <a:lnTo>
                  <a:pt x="673481" y="1242237"/>
                </a:lnTo>
                <a:lnTo>
                  <a:pt x="688505" y="1199261"/>
                </a:lnTo>
                <a:lnTo>
                  <a:pt x="697826" y="1153934"/>
                </a:lnTo>
                <a:lnTo>
                  <a:pt x="701040" y="1106678"/>
                </a:lnTo>
                <a:lnTo>
                  <a:pt x="697826" y="1059434"/>
                </a:lnTo>
                <a:lnTo>
                  <a:pt x="688505" y="1014107"/>
                </a:lnTo>
                <a:lnTo>
                  <a:pt x="673481" y="971130"/>
                </a:lnTo>
                <a:lnTo>
                  <a:pt x="653173" y="930922"/>
                </a:lnTo>
                <a:lnTo>
                  <a:pt x="647331" y="922350"/>
                </a:lnTo>
                <a:lnTo>
                  <a:pt x="677506" y="937107"/>
                </a:lnTo>
                <a:lnTo>
                  <a:pt x="724877" y="954468"/>
                </a:lnTo>
                <a:lnTo>
                  <a:pt x="775081" y="967270"/>
                </a:lnTo>
                <a:lnTo>
                  <a:pt x="827722" y="975194"/>
                </a:lnTo>
                <a:lnTo>
                  <a:pt x="882396" y="977900"/>
                </a:lnTo>
                <a:lnTo>
                  <a:pt x="937056" y="975194"/>
                </a:lnTo>
                <a:lnTo>
                  <a:pt x="989698" y="967270"/>
                </a:lnTo>
                <a:lnTo>
                  <a:pt x="1039901" y="954468"/>
                </a:lnTo>
                <a:lnTo>
                  <a:pt x="1087272" y="937107"/>
                </a:lnTo>
                <a:lnTo>
                  <a:pt x="1131379" y="915517"/>
                </a:lnTo>
                <a:lnTo>
                  <a:pt x="1171841" y="890016"/>
                </a:lnTo>
                <a:lnTo>
                  <a:pt x="1208227" y="860945"/>
                </a:lnTo>
                <a:lnTo>
                  <a:pt x="1240142" y="828624"/>
                </a:lnTo>
                <a:lnTo>
                  <a:pt x="1244219" y="823315"/>
                </a:lnTo>
                <a:lnTo>
                  <a:pt x="1244219" y="977900"/>
                </a:lnTo>
                <a:lnTo>
                  <a:pt x="1313688" y="977900"/>
                </a:lnTo>
                <a:lnTo>
                  <a:pt x="1313688" y="678332"/>
                </a:lnTo>
                <a:lnTo>
                  <a:pt x="1313688" y="581012"/>
                </a:lnTo>
                <a:lnTo>
                  <a:pt x="1313688" y="556260"/>
                </a:lnTo>
                <a:lnTo>
                  <a:pt x="13136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679704" cy="67360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859" y="41147"/>
            <a:ext cx="185928" cy="20269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4631" y="531875"/>
            <a:ext cx="114300" cy="111251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27126" y="613409"/>
            <a:ext cx="5952490" cy="19050"/>
          </a:xfrm>
          <a:custGeom>
            <a:avLst/>
            <a:gdLst/>
            <a:ahLst/>
            <a:cxnLst/>
            <a:rect l="l" t="t" r="r" b="b"/>
            <a:pathLst>
              <a:path w="5952490" h="19050">
                <a:moveTo>
                  <a:pt x="0" y="0"/>
                </a:moveTo>
                <a:lnTo>
                  <a:pt x="5952235" y="18542"/>
                </a:lnTo>
              </a:path>
            </a:pathLst>
          </a:custGeom>
          <a:ln w="31750">
            <a:solidFill>
              <a:srgbClr val="9DC3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55320" y="522731"/>
            <a:ext cx="6056630" cy="152400"/>
          </a:xfrm>
          <a:custGeom>
            <a:avLst/>
            <a:gdLst/>
            <a:ahLst/>
            <a:cxnLst/>
            <a:rect l="l" t="t" r="r" b="b"/>
            <a:pathLst>
              <a:path w="6056630" h="152400">
                <a:moveTo>
                  <a:pt x="2272284" y="106680"/>
                </a:moveTo>
                <a:lnTo>
                  <a:pt x="11430" y="106680"/>
                </a:lnTo>
                <a:lnTo>
                  <a:pt x="0" y="152400"/>
                </a:lnTo>
                <a:lnTo>
                  <a:pt x="2260854" y="152400"/>
                </a:lnTo>
                <a:lnTo>
                  <a:pt x="2272284" y="106680"/>
                </a:lnTo>
                <a:close/>
              </a:path>
              <a:path w="6056630" h="152400">
                <a:moveTo>
                  <a:pt x="6056376" y="0"/>
                </a:moveTo>
                <a:lnTo>
                  <a:pt x="5595366" y="0"/>
                </a:lnTo>
                <a:lnTo>
                  <a:pt x="5564124" y="124968"/>
                </a:lnTo>
                <a:lnTo>
                  <a:pt x="6025134" y="124968"/>
                </a:lnTo>
                <a:lnTo>
                  <a:pt x="6056376" y="0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59079" y="196595"/>
            <a:ext cx="669290" cy="558165"/>
          </a:xfrm>
          <a:custGeom>
            <a:avLst/>
            <a:gdLst/>
            <a:ahLst/>
            <a:cxnLst/>
            <a:rect l="l" t="t" r="r" b="b"/>
            <a:pathLst>
              <a:path w="669290" h="558165">
                <a:moveTo>
                  <a:pt x="576072" y="0"/>
                </a:moveTo>
                <a:lnTo>
                  <a:pt x="92964" y="0"/>
                </a:lnTo>
                <a:lnTo>
                  <a:pt x="56776" y="7310"/>
                </a:lnTo>
                <a:lnTo>
                  <a:pt x="27227" y="27241"/>
                </a:lnTo>
                <a:lnTo>
                  <a:pt x="7305" y="56792"/>
                </a:lnTo>
                <a:lnTo>
                  <a:pt x="0" y="92964"/>
                </a:lnTo>
                <a:lnTo>
                  <a:pt x="0" y="464820"/>
                </a:lnTo>
                <a:lnTo>
                  <a:pt x="7305" y="500991"/>
                </a:lnTo>
                <a:lnTo>
                  <a:pt x="27227" y="530542"/>
                </a:lnTo>
                <a:lnTo>
                  <a:pt x="56776" y="550473"/>
                </a:lnTo>
                <a:lnTo>
                  <a:pt x="92964" y="557784"/>
                </a:lnTo>
                <a:lnTo>
                  <a:pt x="576072" y="557784"/>
                </a:lnTo>
                <a:lnTo>
                  <a:pt x="612259" y="550473"/>
                </a:lnTo>
                <a:lnTo>
                  <a:pt x="641808" y="530542"/>
                </a:lnTo>
                <a:lnTo>
                  <a:pt x="661730" y="500991"/>
                </a:lnTo>
                <a:lnTo>
                  <a:pt x="669036" y="464820"/>
                </a:lnTo>
                <a:lnTo>
                  <a:pt x="669036" y="92964"/>
                </a:lnTo>
                <a:lnTo>
                  <a:pt x="661730" y="56792"/>
                </a:lnTo>
                <a:lnTo>
                  <a:pt x="641808" y="27241"/>
                </a:lnTo>
                <a:lnTo>
                  <a:pt x="612259" y="7310"/>
                </a:lnTo>
                <a:lnTo>
                  <a:pt x="576072" y="0"/>
                </a:lnTo>
                <a:close/>
              </a:path>
            </a:pathLst>
          </a:custGeom>
          <a:solidFill>
            <a:srgbClr val="FFFFFF">
              <a:alpha val="3411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75920"/>
            <a:ext cx="6172200" cy="1503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61540"/>
            <a:ext cx="6172200" cy="620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740140"/>
            <a:ext cx="2194560" cy="46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740140"/>
            <a:ext cx="1577340" cy="46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8740140"/>
            <a:ext cx="1577340" cy="46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6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hyperlink" Target="http://www.hk-eng.com/" TargetMode="External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8641" y="3700469"/>
            <a:ext cx="2667349" cy="207393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6915" y="3330434"/>
            <a:ext cx="2955290" cy="697230"/>
          </a:xfrm>
          <a:custGeom>
            <a:avLst/>
            <a:gdLst/>
            <a:ahLst/>
            <a:cxnLst/>
            <a:rect l="l" t="t" r="r" b="b"/>
            <a:pathLst>
              <a:path w="2955290" h="697229">
                <a:moveTo>
                  <a:pt x="1477314" y="0"/>
                </a:moveTo>
                <a:lnTo>
                  <a:pt x="738670" y="0"/>
                </a:lnTo>
                <a:lnTo>
                  <a:pt x="0" y="0"/>
                </a:lnTo>
                <a:lnTo>
                  <a:pt x="0" y="348488"/>
                </a:lnTo>
                <a:lnTo>
                  <a:pt x="0" y="696988"/>
                </a:lnTo>
                <a:lnTo>
                  <a:pt x="738632" y="696988"/>
                </a:lnTo>
                <a:lnTo>
                  <a:pt x="1477314" y="696988"/>
                </a:lnTo>
                <a:lnTo>
                  <a:pt x="1477314" y="348500"/>
                </a:lnTo>
                <a:lnTo>
                  <a:pt x="1477314" y="0"/>
                </a:lnTo>
                <a:close/>
              </a:path>
              <a:path w="2955290" h="697229">
                <a:moveTo>
                  <a:pt x="2954705" y="0"/>
                </a:moveTo>
                <a:lnTo>
                  <a:pt x="2216061" y="0"/>
                </a:lnTo>
                <a:lnTo>
                  <a:pt x="1477391" y="0"/>
                </a:lnTo>
                <a:lnTo>
                  <a:pt x="1477391" y="348488"/>
                </a:lnTo>
                <a:lnTo>
                  <a:pt x="1477391" y="696988"/>
                </a:lnTo>
                <a:lnTo>
                  <a:pt x="2216023" y="696988"/>
                </a:lnTo>
                <a:lnTo>
                  <a:pt x="2954705" y="696988"/>
                </a:lnTo>
                <a:lnTo>
                  <a:pt x="2954705" y="348500"/>
                </a:lnTo>
                <a:lnTo>
                  <a:pt x="2954705" y="0"/>
                </a:lnTo>
                <a:close/>
              </a:path>
            </a:pathLst>
          </a:custGeom>
          <a:solidFill>
            <a:srgbClr val="FFFFFF">
              <a:alpha val="8313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1080" y="2558795"/>
            <a:ext cx="5584190" cy="1728470"/>
          </a:xfrm>
          <a:custGeom>
            <a:avLst/>
            <a:gdLst/>
            <a:ahLst/>
            <a:cxnLst/>
            <a:rect l="l" t="t" r="r" b="b"/>
            <a:pathLst>
              <a:path w="5584190" h="1728470">
                <a:moveTo>
                  <a:pt x="0" y="1728216"/>
                </a:moveTo>
                <a:lnTo>
                  <a:pt x="5583936" y="1728216"/>
                </a:lnTo>
                <a:lnTo>
                  <a:pt x="5583936" y="0"/>
                </a:lnTo>
                <a:lnTo>
                  <a:pt x="0" y="0"/>
                </a:lnTo>
                <a:lnTo>
                  <a:pt x="0" y="1728216"/>
                </a:lnTo>
                <a:close/>
              </a:path>
            </a:pathLst>
          </a:custGeom>
          <a:ln w="9525">
            <a:solidFill>
              <a:srgbClr val="DAE2F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0312" y="4048125"/>
            <a:ext cx="203009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43510" algn="l"/>
              </a:tabLst>
            </a:pP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2025년</a:t>
            </a:r>
            <a:r>
              <a:rPr sz="1100" u="sng" spc="-7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u="sng" spc="-15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연간</a:t>
            </a:r>
            <a:r>
              <a:rPr sz="1100" u="sng" spc="-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u="sng" spc="-15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최대</a:t>
            </a:r>
            <a:r>
              <a:rPr sz="11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u="sng" spc="-14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매출</a:t>
            </a:r>
            <a:r>
              <a:rPr sz="1100" u="sng" spc="-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100" u="sng" spc="-15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달성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전망</a:t>
            </a:r>
            <a:endParaRPr sz="1100" dirty="0">
              <a:latin typeface="Malgun Gothic"/>
              <a:cs typeface="Malgun Gothic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249921"/>
              </p:ext>
            </p:extLst>
          </p:nvPr>
        </p:nvGraphicFramePr>
        <p:xfrm>
          <a:off x="1128998" y="2816280"/>
          <a:ext cx="4853655" cy="1157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04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48290">
                  <a:extLst>
                    <a:ext uri="{9D8B030D-6E8A-4147-A177-3AD203B41FA5}">
                      <a16:colId xmlns:a16="http://schemas.microsoft.com/office/drawing/2014/main" xmlns="" val="2977311194"/>
                    </a:ext>
                  </a:extLst>
                </a:gridCol>
                <a:gridCol w="948290">
                  <a:extLst>
                    <a:ext uri="{9D8B030D-6E8A-4147-A177-3AD203B41FA5}">
                      <a16:colId xmlns:a16="http://schemas.microsoft.com/office/drawing/2014/main" xmlns="" val="2001993116"/>
                    </a:ext>
                  </a:extLst>
                </a:gridCol>
                <a:gridCol w="9482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4829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4238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dirty="0">
                          <a:latin typeface="Malgun Gothic"/>
                          <a:cs typeface="Malgun Gothic"/>
                        </a:rPr>
                        <a:t>구</a:t>
                      </a:r>
                      <a:r>
                        <a:rPr sz="12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50" dirty="0">
                          <a:latin typeface="Malgun Gothic"/>
                          <a:cs typeface="Malgun Gothic"/>
                        </a:rPr>
                        <a:t>분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80010" marB="0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  <a:solidFill>
                      <a:srgbClr val="B4C6E7">
                        <a:alpha val="8313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2027 (E)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>
                        <a:alpha val="8313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2026 (E)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>
                        <a:alpha val="8313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2025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>
                      <a:solidFill>
                        <a:srgbClr val="A6A6A6"/>
                      </a:solidFill>
                      <a:prstDash val="soli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  <a:solidFill>
                      <a:srgbClr val="B4C6E7">
                        <a:alpha val="8313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2024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>
                      <a:solidFill>
                        <a:srgbClr val="A6A6A6"/>
                      </a:solidFill>
                      <a:prstDash val="soli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  <a:solidFill>
                      <a:srgbClr val="B4C6E7">
                        <a:alpha val="8313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spc="-25" dirty="0">
                          <a:latin typeface="Malgun Gothic"/>
                          <a:cs typeface="Malgun Gothic"/>
                        </a:rPr>
                        <a:t>매출액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80010" marB="0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146,875 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132,673 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118,471 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>
                      <a:solidFill>
                        <a:srgbClr val="A6A6A6"/>
                      </a:solidFill>
                      <a:prstDash val="soli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104,269 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>
                      <a:solidFill>
                        <a:srgbClr val="A6A6A6"/>
                      </a:solidFill>
                      <a:prstDash val="soli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200" spc="-20" dirty="0">
                          <a:latin typeface="Malgun Gothic"/>
                          <a:cs typeface="Malgun Gothic"/>
                        </a:rPr>
                        <a:t>영업이익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80010" marB="0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2,203 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1,990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1,006 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>
                      <a:solidFill>
                        <a:srgbClr val="A6A6A6"/>
                      </a:solidFill>
                      <a:prstDash val="soli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1,242 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>
                      <a:solidFill>
                        <a:srgbClr val="A6A6A6"/>
                      </a:solidFill>
                      <a:prstDash val="soli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10" dirty="0">
                          <a:latin typeface="Malgun Gothic"/>
                          <a:cs typeface="Malgun Gothic"/>
                        </a:rPr>
                        <a:t>당기순이익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80645" marB="0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1,763 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>
                        <a:alpha val="8313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1,592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>
                        <a:alpha val="8313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885 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>
                      <a:solidFill>
                        <a:srgbClr val="A6A6A6"/>
                      </a:solidFill>
                      <a:prstDash val="soli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  <a:solidFill>
                      <a:srgbClr val="FFFFFF">
                        <a:alpha val="8313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1,544 </a:t>
                      </a:r>
                    </a:p>
                  </a:txBody>
                  <a:tcPr marL="72000" marR="72000" marT="36000" marB="36000" anchor="ctr">
                    <a:lnL w="3175">
                      <a:solidFill>
                        <a:srgbClr val="A6A6A6"/>
                      </a:solidFill>
                      <a:prstDash val="solid"/>
                    </a:lnL>
                    <a:lnR w="3175">
                      <a:solidFill>
                        <a:srgbClr val="A6A6A6"/>
                      </a:solidFill>
                      <a:prstDash val="soli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  <a:lnB w="3175">
                      <a:solidFill>
                        <a:srgbClr val="A6A6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957376" y="135000"/>
            <a:ext cx="2887345" cy="391795"/>
            <a:chOff x="957376" y="135000"/>
            <a:chExt cx="2887345" cy="3917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376" y="135000"/>
              <a:ext cx="1335405" cy="39166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1855" y="135000"/>
              <a:ext cx="667512" cy="3916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0014" y="135000"/>
              <a:ext cx="667969" cy="3916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76905" y="135000"/>
              <a:ext cx="667512" cy="39166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21080" y="807719"/>
            <a:ext cx="5584190" cy="1699260"/>
          </a:xfrm>
          <a:prstGeom prst="rect">
            <a:avLst/>
          </a:prstGeom>
          <a:ln w="9525">
            <a:solidFill>
              <a:srgbClr val="DAE2F3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205104" indent="-13335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205104" algn="l"/>
              </a:tabLst>
            </a:pPr>
            <a:r>
              <a:rPr sz="1200" spc="-165" dirty="0">
                <a:latin typeface="Malgun Gothic"/>
                <a:cs typeface="Malgun Gothic"/>
              </a:rPr>
              <a:t>기업명</a:t>
            </a:r>
            <a:r>
              <a:rPr sz="1200" spc="-5" dirty="0">
                <a:latin typeface="Malgun Gothic"/>
                <a:cs typeface="Malgun Gothic"/>
              </a:rPr>
              <a:t> : </a:t>
            </a:r>
            <a:r>
              <a:rPr sz="1200" spc="-160" dirty="0">
                <a:latin typeface="Malgun Gothic"/>
                <a:cs typeface="Malgun Gothic"/>
              </a:rPr>
              <a:t>환경이엔지</a:t>
            </a:r>
            <a:r>
              <a:rPr sz="1200" spc="-50" dirty="0">
                <a:latin typeface="Malgun Gothic"/>
                <a:cs typeface="Malgun Gothic"/>
              </a:rPr>
              <a:t>㈜</a:t>
            </a:r>
            <a:endParaRPr sz="1200">
              <a:latin typeface="Malgun Gothic"/>
              <a:cs typeface="Malgun Gothic"/>
            </a:endParaRPr>
          </a:p>
          <a:p>
            <a:pPr marL="205104" indent="-13335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05104" algn="l"/>
              </a:tabLst>
            </a:pPr>
            <a:r>
              <a:rPr sz="1200" spc="-165" dirty="0">
                <a:latin typeface="Malgun Gothic"/>
                <a:cs typeface="Malgun Gothic"/>
              </a:rPr>
              <a:t>설립일</a:t>
            </a:r>
            <a:r>
              <a:rPr sz="1200" spc="-50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7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1985년</a:t>
            </a:r>
            <a:endParaRPr sz="1200">
              <a:latin typeface="Malgun Gothic"/>
              <a:cs typeface="Malgun Gothic"/>
            </a:endParaRPr>
          </a:p>
          <a:p>
            <a:pPr marL="205104" indent="-13335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05104" algn="l"/>
              </a:tabLst>
            </a:pPr>
            <a:r>
              <a:rPr sz="1200" spc="-165" dirty="0">
                <a:latin typeface="Malgun Gothic"/>
                <a:cs typeface="Malgun Gothic"/>
              </a:rPr>
              <a:t>대표이사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6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유창수</a:t>
            </a:r>
            <a:endParaRPr sz="1200">
              <a:latin typeface="Malgun Gothic"/>
              <a:cs typeface="Malgun Gothic"/>
            </a:endParaRPr>
          </a:p>
          <a:p>
            <a:pPr marL="205104" indent="-13335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05104" algn="l"/>
              </a:tabLst>
            </a:pPr>
            <a:r>
              <a:rPr sz="1200" spc="-165" dirty="0">
                <a:latin typeface="Malgun Gothic"/>
                <a:cs typeface="Malgun Gothic"/>
              </a:rPr>
              <a:t>주소</a:t>
            </a:r>
            <a:r>
              <a:rPr sz="1200" spc="-60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65" dirty="0">
                <a:latin typeface="Malgun Gothic"/>
                <a:cs typeface="Malgun Gothic"/>
              </a:rPr>
              <a:t> </a:t>
            </a:r>
            <a:r>
              <a:rPr sz="1200" spc="-160" dirty="0">
                <a:latin typeface="Malgun Gothic"/>
                <a:cs typeface="Malgun Gothic"/>
              </a:rPr>
              <a:t>서울특별시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강남구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학동로</a:t>
            </a:r>
            <a:endParaRPr sz="1200">
              <a:latin typeface="Malgun Gothic"/>
              <a:cs typeface="Malgun Gothic"/>
            </a:endParaRPr>
          </a:p>
          <a:p>
            <a:pPr marL="205104" indent="-13335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05104" algn="l"/>
              </a:tabLst>
            </a:pPr>
            <a:r>
              <a:rPr sz="1200" spc="-165" dirty="0">
                <a:latin typeface="Malgun Gothic"/>
                <a:cs typeface="Malgun Gothic"/>
              </a:rPr>
              <a:t>자본금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70" dirty="0">
                <a:latin typeface="Malgun Gothic"/>
                <a:cs typeface="Malgun Gothic"/>
              </a:rPr>
              <a:t> </a:t>
            </a:r>
            <a:r>
              <a:rPr sz="1200" spc="-35" dirty="0">
                <a:latin typeface="Malgun Gothic"/>
                <a:cs typeface="Malgun Gothic"/>
              </a:rPr>
              <a:t>1,500백만원,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셀루메드</a:t>
            </a:r>
            <a:r>
              <a:rPr sz="1200" spc="-3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100%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지분</a:t>
            </a:r>
            <a:endParaRPr sz="1200">
              <a:latin typeface="Malgun Gothic"/>
              <a:cs typeface="Malgun Gothic"/>
            </a:endParaRPr>
          </a:p>
          <a:p>
            <a:pPr marL="205104" indent="-13335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05104" algn="l"/>
              </a:tabLst>
            </a:pPr>
            <a:r>
              <a:rPr sz="1200" spc="-165" dirty="0">
                <a:latin typeface="Malgun Gothic"/>
                <a:cs typeface="Malgun Gothic"/>
              </a:rPr>
              <a:t>홈페이지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55" dirty="0">
                <a:latin typeface="Malgun Gothic"/>
                <a:cs typeface="Malgun Gothic"/>
              </a:rPr>
              <a:t> </a:t>
            </a:r>
            <a:r>
              <a:rPr sz="1200" spc="60" dirty="0">
                <a:latin typeface="Malgun Gothic"/>
                <a:cs typeface="Malgun Gothic"/>
                <a:hlinkClick r:id="rId7"/>
              </a:rPr>
              <a:t>www.hk-</a:t>
            </a:r>
            <a:r>
              <a:rPr sz="1200" spc="-10" dirty="0">
                <a:latin typeface="Malgun Gothic"/>
                <a:cs typeface="Malgun Gothic"/>
                <a:hlinkClick r:id="rId7"/>
              </a:rPr>
              <a:t>eng.com</a:t>
            </a:r>
            <a:endParaRPr sz="1200">
              <a:latin typeface="Malgun Gothic"/>
              <a:cs typeface="Malgun Gothic"/>
            </a:endParaRPr>
          </a:p>
          <a:p>
            <a:pPr marL="205104" indent="-13335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05104" algn="l"/>
              </a:tabLst>
            </a:pPr>
            <a:r>
              <a:rPr sz="1200" spc="-165" dirty="0">
                <a:latin typeface="Malgun Gothic"/>
                <a:cs typeface="Malgun Gothic"/>
              </a:rPr>
              <a:t>사업영역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6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기계</a:t>
            </a:r>
            <a:r>
              <a:rPr sz="1200" spc="-5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및</a:t>
            </a:r>
            <a:r>
              <a:rPr sz="1200" spc="-6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소방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설비</a:t>
            </a:r>
            <a:r>
              <a:rPr sz="1200" spc="-55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시공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8015" y="807719"/>
            <a:ext cx="792480" cy="1699260"/>
            <a:chOff x="128015" y="807719"/>
            <a:chExt cx="792480" cy="1699260"/>
          </a:xfrm>
        </p:grpSpPr>
        <p:sp>
          <p:nvSpPr>
            <p:cNvPr id="15" name="object 15"/>
            <p:cNvSpPr/>
            <p:nvPr/>
          </p:nvSpPr>
          <p:spPr>
            <a:xfrm>
              <a:off x="128015" y="807719"/>
              <a:ext cx="792480" cy="1699260"/>
            </a:xfrm>
            <a:custGeom>
              <a:avLst/>
              <a:gdLst/>
              <a:ahLst/>
              <a:cxnLst/>
              <a:rect l="l" t="t" r="r" b="b"/>
              <a:pathLst>
                <a:path w="792480" h="1699260">
                  <a:moveTo>
                    <a:pt x="792480" y="0"/>
                  </a:moveTo>
                  <a:lnTo>
                    <a:pt x="0" y="0"/>
                  </a:lnTo>
                  <a:lnTo>
                    <a:pt x="0" y="1699259"/>
                  </a:lnTo>
                  <a:lnTo>
                    <a:pt x="792480" y="1699259"/>
                  </a:lnTo>
                  <a:lnTo>
                    <a:pt x="79248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6222" y="1483232"/>
              <a:ext cx="235089" cy="1356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2031" y="1711832"/>
              <a:ext cx="250786" cy="135635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02352" y="940307"/>
            <a:ext cx="1469136" cy="338327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31063" y="2587751"/>
            <a:ext cx="791210" cy="1697989"/>
            <a:chOff x="131063" y="2587751"/>
            <a:chExt cx="791210" cy="1697989"/>
          </a:xfrm>
        </p:grpSpPr>
        <p:sp>
          <p:nvSpPr>
            <p:cNvPr id="20" name="object 20"/>
            <p:cNvSpPr/>
            <p:nvPr/>
          </p:nvSpPr>
          <p:spPr>
            <a:xfrm>
              <a:off x="131063" y="2587751"/>
              <a:ext cx="791210" cy="1697989"/>
            </a:xfrm>
            <a:custGeom>
              <a:avLst/>
              <a:gdLst/>
              <a:ahLst/>
              <a:cxnLst/>
              <a:rect l="l" t="t" r="r" b="b"/>
              <a:pathLst>
                <a:path w="791210" h="1697989">
                  <a:moveTo>
                    <a:pt x="790955" y="0"/>
                  </a:moveTo>
                  <a:lnTo>
                    <a:pt x="0" y="0"/>
                  </a:lnTo>
                  <a:lnTo>
                    <a:pt x="0" y="1697736"/>
                  </a:lnTo>
                  <a:lnTo>
                    <a:pt x="790955" y="1697736"/>
                  </a:lnTo>
                  <a:lnTo>
                    <a:pt x="790955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5717" y="3376802"/>
              <a:ext cx="510540" cy="139065"/>
            </a:xfrm>
            <a:custGeom>
              <a:avLst/>
              <a:gdLst/>
              <a:ahLst/>
              <a:cxnLst/>
              <a:rect l="l" t="t" r="r" b="b"/>
              <a:pathLst>
                <a:path w="510540" h="139064">
                  <a:moveTo>
                    <a:pt x="446786" y="92836"/>
                  </a:moveTo>
                  <a:lnTo>
                    <a:pt x="404355" y="103123"/>
                  </a:lnTo>
                  <a:lnTo>
                    <a:pt x="400253" y="108711"/>
                  </a:lnTo>
                  <a:lnTo>
                    <a:pt x="400253" y="122681"/>
                  </a:lnTo>
                  <a:lnTo>
                    <a:pt x="436162" y="138175"/>
                  </a:lnTo>
                  <a:lnTo>
                    <a:pt x="446786" y="138556"/>
                  </a:lnTo>
                  <a:lnTo>
                    <a:pt x="457379" y="138175"/>
                  </a:lnTo>
                  <a:lnTo>
                    <a:pt x="466621" y="137033"/>
                  </a:lnTo>
                  <a:lnTo>
                    <a:pt x="474506" y="135128"/>
                  </a:lnTo>
                  <a:lnTo>
                    <a:pt x="481060" y="132460"/>
                  </a:lnTo>
                  <a:lnTo>
                    <a:pt x="489082" y="128396"/>
                  </a:lnTo>
                  <a:lnTo>
                    <a:pt x="489240" y="128396"/>
                  </a:lnTo>
                  <a:lnTo>
                    <a:pt x="489602" y="127888"/>
                  </a:lnTo>
                  <a:lnTo>
                    <a:pt x="441680" y="127888"/>
                  </a:lnTo>
                  <a:lnTo>
                    <a:pt x="439394" y="127761"/>
                  </a:lnTo>
                  <a:lnTo>
                    <a:pt x="438124" y="127761"/>
                  </a:lnTo>
                  <a:lnTo>
                    <a:pt x="428980" y="126618"/>
                  </a:lnTo>
                  <a:lnTo>
                    <a:pt x="425361" y="125856"/>
                  </a:lnTo>
                  <a:lnTo>
                    <a:pt x="422186" y="124586"/>
                  </a:lnTo>
                  <a:lnTo>
                    <a:pt x="419328" y="123570"/>
                  </a:lnTo>
                  <a:lnTo>
                    <a:pt x="417106" y="122427"/>
                  </a:lnTo>
                  <a:lnTo>
                    <a:pt x="415531" y="121030"/>
                  </a:lnTo>
                  <a:lnTo>
                    <a:pt x="413956" y="119506"/>
                  </a:lnTo>
                  <a:lnTo>
                    <a:pt x="413169" y="117855"/>
                  </a:lnTo>
                  <a:lnTo>
                    <a:pt x="413169" y="113918"/>
                  </a:lnTo>
                  <a:lnTo>
                    <a:pt x="437464" y="103377"/>
                  </a:lnTo>
                  <a:lnTo>
                    <a:pt x="489452" y="103377"/>
                  </a:lnTo>
                  <a:lnTo>
                    <a:pt x="480987" y="99059"/>
                  </a:lnTo>
                  <a:lnTo>
                    <a:pt x="474234" y="96373"/>
                  </a:lnTo>
                  <a:lnTo>
                    <a:pt x="466282" y="94424"/>
                  </a:lnTo>
                  <a:lnTo>
                    <a:pt x="457132" y="93237"/>
                  </a:lnTo>
                  <a:lnTo>
                    <a:pt x="446786" y="92836"/>
                  </a:lnTo>
                  <a:close/>
                </a:path>
                <a:path w="510540" h="139064">
                  <a:moveTo>
                    <a:pt x="489299" y="103377"/>
                  </a:moveTo>
                  <a:lnTo>
                    <a:pt x="446786" y="103377"/>
                  </a:lnTo>
                  <a:lnTo>
                    <a:pt x="453544" y="103592"/>
                  </a:lnTo>
                  <a:lnTo>
                    <a:pt x="460065" y="104235"/>
                  </a:lnTo>
                  <a:lnTo>
                    <a:pt x="466350" y="105306"/>
                  </a:lnTo>
                  <a:lnTo>
                    <a:pt x="472401" y="106806"/>
                  </a:lnTo>
                  <a:lnTo>
                    <a:pt x="477723" y="108711"/>
                  </a:lnTo>
                  <a:lnTo>
                    <a:pt x="480390" y="111759"/>
                  </a:lnTo>
                  <a:lnTo>
                    <a:pt x="480390" y="117855"/>
                  </a:lnTo>
                  <a:lnTo>
                    <a:pt x="479602" y="119506"/>
                  </a:lnTo>
                  <a:lnTo>
                    <a:pt x="477883" y="121030"/>
                  </a:lnTo>
                  <a:lnTo>
                    <a:pt x="476427" y="122427"/>
                  </a:lnTo>
                  <a:lnTo>
                    <a:pt x="474205" y="123570"/>
                  </a:lnTo>
                  <a:lnTo>
                    <a:pt x="471322" y="124586"/>
                  </a:lnTo>
                  <a:lnTo>
                    <a:pt x="469773" y="125221"/>
                  </a:lnTo>
                  <a:lnTo>
                    <a:pt x="467677" y="125856"/>
                  </a:lnTo>
                  <a:lnTo>
                    <a:pt x="467495" y="125856"/>
                  </a:lnTo>
                  <a:lnTo>
                    <a:pt x="466293" y="126110"/>
                  </a:lnTo>
                  <a:lnTo>
                    <a:pt x="464489" y="126618"/>
                  </a:lnTo>
                  <a:lnTo>
                    <a:pt x="461932" y="127126"/>
                  </a:lnTo>
                  <a:lnTo>
                    <a:pt x="462673" y="127126"/>
                  </a:lnTo>
                  <a:lnTo>
                    <a:pt x="449516" y="127888"/>
                  </a:lnTo>
                  <a:lnTo>
                    <a:pt x="489602" y="127888"/>
                  </a:lnTo>
                  <a:lnTo>
                    <a:pt x="493306" y="122681"/>
                  </a:lnTo>
                  <a:lnTo>
                    <a:pt x="493306" y="108711"/>
                  </a:lnTo>
                  <a:lnTo>
                    <a:pt x="489299" y="103377"/>
                  </a:lnTo>
                  <a:close/>
                </a:path>
                <a:path w="510540" h="139064">
                  <a:moveTo>
                    <a:pt x="491058" y="380"/>
                  </a:moveTo>
                  <a:lnTo>
                    <a:pt x="478599" y="380"/>
                  </a:lnTo>
                  <a:lnTo>
                    <a:pt x="478599" y="94424"/>
                  </a:lnTo>
                  <a:lnTo>
                    <a:pt x="491058" y="94424"/>
                  </a:lnTo>
                  <a:lnTo>
                    <a:pt x="491058" y="54736"/>
                  </a:lnTo>
                  <a:lnTo>
                    <a:pt x="510349" y="54736"/>
                  </a:lnTo>
                  <a:lnTo>
                    <a:pt x="510349" y="43687"/>
                  </a:lnTo>
                  <a:lnTo>
                    <a:pt x="491058" y="43687"/>
                  </a:lnTo>
                  <a:lnTo>
                    <a:pt x="491058" y="380"/>
                  </a:lnTo>
                  <a:close/>
                </a:path>
                <a:path w="510540" h="139064">
                  <a:moveTo>
                    <a:pt x="438797" y="31114"/>
                  </a:moveTo>
                  <a:lnTo>
                    <a:pt x="418274" y="31114"/>
                  </a:lnTo>
                  <a:lnTo>
                    <a:pt x="410235" y="32892"/>
                  </a:lnTo>
                  <a:lnTo>
                    <a:pt x="404250" y="36448"/>
                  </a:lnTo>
                  <a:lnTo>
                    <a:pt x="398665" y="39877"/>
                  </a:lnTo>
                  <a:lnTo>
                    <a:pt x="395770" y="44322"/>
                  </a:lnTo>
                  <a:lnTo>
                    <a:pt x="395770" y="54736"/>
                  </a:lnTo>
                  <a:lnTo>
                    <a:pt x="398208" y="58927"/>
                  </a:lnTo>
                  <a:lnTo>
                    <a:pt x="407936" y="65531"/>
                  </a:lnTo>
                  <a:lnTo>
                    <a:pt x="414273" y="67436"/>
                  </a:lnTo>
                  <a:lnTo>
                    <a:pt x="422084" y="67817"/>
                  </a:lnTo>
                  <a:lnTo>
                    <a:pt x="422084" y="77215"/>
                  </a:lnTo>
                  <a:lnTo>
                    <a:pt x="383362" y="77215"/>
                  </a:lnTo>
                  <a:lnTo>
                    <a:pt x="383362" y="87883"/>
                  </a:lnTo>
                  <a:lnTo>
                    <a:pt x="410802" y="87883"/>
                  </a:lnTo>
                  <a:lnTo>
                    <a:pt x="440042" y="87375"/>
                  </a:lnTo>
                  <a:lnTo>
                    <a:pt x="449429" y="87018"/>
                  </a:lnTo>
                  <a:lnTo>
                    <a:pt x="458768" y="86328"/>
                  </a:lnTo>
                  <a:lnTo>
                    <a:pt x="468060" y="85304"/>
                  </a:lnTo>
                  <a:lnTo>
                    <a:pt x="477304" y="83946"/>
                  </a:lnTo>
                  <a:lnTo>
                    <a:pt x="477304" y="76834"/>
                  </a:lnTo>
                  <a:lnTo>
                    <a:pt x="434848" y="76834"/>
                  </a:lnTo>
                  <a:lnTo>
                    <a:pt x="434848" y="67817"/>
                  </a:lnTo>
                  <a:lnTo>
                    <a:pt x="442658" y="67436"/>
                  </a:lnTo>
                  <a:lnTo>
                    <a:pt x="449008" y="65531"/>
                  </a:lnTo>
                  <a:lnTo>
                    <a:pt x="458851" y="58927"/>
                  </a:lnTo>
                  <a:lnTo>
                    <a:pt x="459448" y="57911"/>
                  </a:lnTo>
                  <a:lnTo>
                    <a:pt x="421881" y="57911"/>
                  </a:lnTo>
                  <a:lnTo>
                    <a:pt x="416788" y="57022"/>
                  </a:lnTo>
                  <a:lnTo>
                    <a:pt x="413245" y="55498"/>
                  </a:lnTo>
                  <a:lnTo>
                    <a:pt x="409702" y="53847"/>
                  </a:lnTo>
                  <a:lnTo>
                    <a:pt x="407936" y="52069"/>
                  </a:lnTo>
                  <a:lnTo>
                    <a:pt x="407936" y="47751"/>
                  </a:lnTo>
                  <a:lnTo>
                    <a:pt x="409714" y="45719"/>
                  </a:lnTo>
                  <a:lnTo>
                    <a:pt x="416826" y="42163"/>
                  </a:lnTo>
                  <a:lnTo>
                    <a:pt x="421919" y="41401"/>
                  </a:lnTo>
                  <a:lnTo>
                    <a:pt x="459411" y="41401"/>
                  </a:lnTo>
                  <a:lnTo>
                    <a:pt x="458419" y="39877"/>
                  </a:lnTo>
                  <a:lnTo>
                    <a:pt x="452615" y="36448"/>
                  </a:lnTo>
                  <a:lnTo>
                    <a:pt x="446824" y="32892"/>
                  </a:lnTo>
                  <a:lnTo>
                    <a:pt x="438797" y="31114"/>
                  </a:lnTo>
                  <a:close/>
                </a:path>
                <a:path w="510540" h="139064">
                  <a:moveTo>
                    <a:pt x="477304" y="73278"/>
                  </a:moveTo>
                  <a:lnTo>
                    <a:pt x="473544" y="73913"/>
                  </a:lnTo>
                  <a:lnTo>
                    <a:pt x="469900" y="74421"/>
                  </a:lnTo>
                  <a:lnTo>
                    <a:pt x="466356" y="74802"/>
                  </a:lnTo>
                  <a:lnTo>
                    <a:pt x="462826" y="75056"/>
                  </a:lnTo>
                  <a:lnTo>
                    <a:pt x="459193" y="75437"/>
                  </a:lnTo>
                  <a:lnTo>
                    <a:pt x="451573" y="75945"/>
                  </a:lnTo>
                  <a:lnTo>
                    <a:pt x="447700" y="76326"/>
                  </a:lnTo>
                  <a:lnTo>
                    <a:pt x="439991" y="76834"/>
                  </a:lnTo>
                  <a:lnTo>
                    <a:pt x="477304" y="76834"/>
                  </a:lnTo>
                  <a:lnTo>
                    <a:pt x="477304" y="73278"/>
                  </a:lnTo>
                  <a:close/>
                </a:path>
                <a:path w="510540" h="139064">
                  <a:moveTo>
                    <a:pt x="459411" y="41401"/>
                  </a:moveTo>
                  <a:lnTo>
                    <a:pt x="435152" y="41401"/>
                  </a:lnTo>
                  <a:lnTo>
                    <a:pt x="440245" y="42163"/>
                  </a:lnTo>
                  <a:lnTo>
                    <a:pt x="447357" y="45719"/>
                  </a:lnTo>
                  <a:lnTo>
                    <a:pt x="449148" y="47751"/>
                  </a:lnTo>
                  <a:lnTo>
                    <a:pt x="449148" y="52069"/>
                  </a:lnTo>
                  <a:lnTo>
                    <a:pt x="447446" y="53847"/>
                  </a:lnTo>
                  <a:lnTo>
                    <a:pt x="440347" y="57022"/>
                  </a:lnTo>
                  <a:lnTo>
                    <a:pt x="435178" y="57911"/>
                  </a:lnTo>
                  <a:lnTo>
                    <a:pt x="459448" y="57911"/>
                  </a:lnTo>
                  <a:lnTo>
                    <a:pt x="461314" y="54736"/>
                  </a:lnTo>
                  <a:lnTo>
                    <a:pt x="461314" y="44322"/>
                  </a:lnTo>
                  <a:lnTo>
                    <a:pt x="459411" y="41401"/>
                  </a:lnTo>
                  <a:close/>
                </a:path>
                <a:path w="510540" h="139064">
                  <a:moveTo>
                    <a:pt x="466089" y="17017"/>
                  </a:moveTo>
                  <a:lnTo>
                    <a:pt x="389636" y="17017"/>
                  </a:lnTo>
                  <a:lnTo>
                    <a:pt x="389636" y="27304"/>
                  </a:lnTo>
                  <a:lnTo>
                    <a:pt x="466089" y="27304"/>
                  </a:lnTo>
                  <a:lnTo>
                    <a:pt x="466089" y="17017"/>
                  </a:lnTo>
                  <a:close/>
                </a:path>
                <a:path w="510540" h="139064">
                  <a:moveTo>
                    <a:pt x="448157" y="0"/>
                  </a:moveTo>
                  <a:lnTo>
                    <a:pt x="408178" y="0"/>
                  </a:lnTo>
                  <a:lnTo>
                    <a:pt x="408178" y="10413"/>
                  </a:lnTo>
                  <a:lnTo>
                    <a:pt x="448157" y="10413"/>
                  </a:lnTo>
                  <a:lnTo>
                    <a:pt x="448157" y="0"/>
                  </a:lnTo>
                  <a:close/>
                </a:path>
                <a:path w="510540" h="139064">
                  <a:moveTo>
                    <a:pt x="295046" y="91312"/>
                  </a:moveTo>
                  <a:lnTo>
                    <a:pt x="282435" y="91312"/>
                  </a:lnTo>
                  <a:lnTo>
                    <a:pt x="282435" y="130301"/>
                  </a:lnTo>
                  <a:lnTo>
                    <a:pt x="282778" y="131444"/>
                  </a:lnTo>
                  <a:lnTo>
                    <a:pt x="283464" y="132079"/>
                  </a:lnTo>
                  <a:lnTo>
                    <a:pt x="284149" y="132841"/>
                  </a:lnTo>
                  <a:lnTo>
                    <a:pt x="285254" y="133095"/>
                  </a:lnTo>
                  <a:lnTo>
                    <a:pt x="374142" y="133095"/>
                  </a:lnTo>
                  <a:lnTo>
                    <a:pt x="374142" y="122173"/>
                  </a:lnTo>
                  <a:lnTo>
                    <a:pt x="295046" y="122173"/>
                  </a:lnTo>
                  <a:lnTo>
                    <a:pt x="295046" y="91312"/>
                  </a:lnTo>
                  <a:close/>
                </a:path>
                <a:path w="510540" h="139064">
                  <a:moveTo>
                    <a:pt x="369951" y="380"/>
                  </a:moveTo>
                  <a:lnTo>
                    <a:pt x="357492" y="380"/>
                  </a:lnTo>
                  <a:lnTo>
                    <a:pt x="357492" y="37591"/>
                  </a:lnTo>
                  <a:lnTo>
                    <a:pt x="334162" y="37591"/>
                  </a:lnTo>
                  <a:lnTo>
                    <a:pt x="334162" y="48513"/>
                  </a:lnTo>
                  <a:lnTo>
                    <a:pt x="357492" y="48513"/>
                  </a:lnTo>
                  <a:lnTo>
                    <a:pt x="357492" y="66293"/>
                  </a:lnTo>
                  <a:lnTo>
                    <a:pt x="334162" y="66293"/>
                  </a:lnTo>
                  <a:lnTo>
                    <a:pt x="334162" y="77342"/>
                  </a:lnTo>
                  <a:lnTo>
                    <a:pt x="357492" y="77342"/>
                  </a:lnTo>
                  <a:lnTo>
                    <a:pt x="357492" y="101853"/>
                  </a:lnTo>
                  <a:lnTo>
                    <a:pt x="369951" y="101853"/>
                  </a:lnTo>
                  <a:lnTo>
                    <a:pt x="369951" y="380"/>
                  </a:lnTo>
                  <a:close/>
                </a:path>
                <a:path w="510540" h="139064">
                  <a:moveTo>
                    <a:pt x="306987" y="37591"/>
                  </a:moveTo>
                  <a:lnTo>
                    <a:pt x="290819" y="37591"/>
                  </a:lnTo>
                  <a:lnTo>
                    <a:pt x="284753" y="38703"/>
                  </a:lnTo>
                  <a:lnTo>
                    <a:pt x="279019" y="40727"/>
                  </a:lnTo>
                  <a:lnTo>
                    <a:pt x="274180" y="43560"/>
                  </a:lnTo>
                  <a:lnTo>
                    <a:pt x="268325" y="47878"/>
                  </a:lnTo>
                  <a:lnTo>
                    <a:pt x="265391" y="53720"/>
                  </a:lnTo>
                  <a:lnTo>
                    <a:pt x="265455" y="68706"/>
                  </a:lnTo>
                  <a:lnTo>
                    <a:pt x="298907" y="85089"/>
                  </a:lnTo>
                  <a:lnTo>
                    <a:pt x="306410" y="84705"/>
                  </a:lnTo>
                  <a:lnTo>
                    <a:pt x="313029" y="83534"/>
                  </a:lnTo>
                  <a:lnTo>
                    <a:pt x="318763" y="81553"/>
                  </a:lnTo>
                  <a:lnTo>
                    <a:pt x="323608" y="78739"/>
                  </a:lnTo>
                  <a:lnTo>
                    <a:pt x="329488" y="74421"/>
                  </a:lnTo>
                  <a:lnTo>
                    <a:pt x="292328" y="74421"/>
                  </a:lnTo>
                  <a:lnTo>
                    <a:pt x="287223" y="73278"/>
                  </a:lnTo>
                  <a:lnTo>
                    <a:pt x="279971" y="68706"/>
                  </a:lnTo>
                  <a:lnTo>
                    <a:pt x="278155" y="65404"/>
                  </a:lnTo>
                  <a:lnTo>
                    <a:pt x="278155" y="56768"/>
                  </a:lnTo>
                  <a:lnTo>
                    <a:pt x="279898" y="53720"/>
                  </a:lnTo>
                  <a:lnTo>
                    <a:pt x="283400" y="51307"/>
                  </a:lnTo>
                  <a:lnTo>
                    <a:pt x="287223" y="48894"/>
                  </a:lnTo>
                  <a:lnTo>
                    <a:pt x="291761" y="47878"/>
                  </a:lnTo>
                  <a:lnTo>
                    <a:pt x="329501" y="47878"/>
                  </a:lnTo>
                  <a:lnTo>
                    <a:pt x="323634" y="43560"/>
                  </a:lnTo>
                  <a:lnTo>
                    <a:pt x="318788" y="40727"/>
                  </a:lnTo>
                  <a:lnTo>
                    <a:pt x="313051" y="38703"/>
                  </a:lnTo>
                  <a:lnTo>
                    <a:pt x="306987" y="37591"/>
                  </a:lnTo>
                  <a:close/>
                </a:path>
                <a:path w="510540" h="139064">
                  <a:moveTo>
                    <a:pt x="329501" y="47878"/>
                  </a:moveTo>
                  <a:lnTo>
                    <a:pt x="306051" y="47878"/>
                  </a:lnTo>
                  <a:lnTo>
                    <a:pt x="310578" y="48894"/>
                  </a:lnTo>
                  <a:lnTo>
                    <a:pt x="314210" y="51307"/>
                  </a:lnTo>
                  <a:lnTo>
                    <a:pt x="318044" y="53720"/>
                  </a:lnTo>
                  <a:lnTo>
                    <a:pt x="317915" y="53720"/>
                  </a:lnTo>
                  <a:lnTo>
                    <a:pt x="319659" y="56768"/>
                  </a:lnTo>
                  <a:lnTo>
                    <a:pt x="319659" y="65404"/>
                  </a:lnTo>
                  <a:lnTo>
                    <a:pt x="317906" y="68706"/>
                  </a:lnTo>
                  <a:lnTo>
                    <a:pt x="314401" y="70992"/>
                  </a:lnTo>
                  <a:lnTo>
                    <a:pt x="310642" y="73278"/>
                  </a:lnTo>
                  <a:lnTo>
                    <a:pt x="305473" y="74421"/>
                  </a:lnTo>
                  <a:lnTo>
                    <a:pt x="329488" y="74421"/>
                  </a:lnTo>
                  <a:lnTo>
                    <a:pt x="332358" y="68706"/>
                  </a:lnTo>
                  <a:lnTo>
                    <a:pt x="332422" y="53720"/>
                  </a:lnTo>
                  <a:lnTo>
                    <a:pt x="329501" y="47878"/>
                  </a:lnTo>
                  <a:close/>
                </a:path>
                <a:path w="510540" h="139064">
                  <a:moveTo>
                    <a:pt x="298907" y="37083"/>
                  </a:moveTo>
                  <a:lnTo>
                    <a:pt x="289464" y="37591"/>
                  </a:lnTo>
                  <a:lnTo>
                    <a:pt x="308341" y="37591"/>
                  </a:lnTo>
                  <a:lnTo>
                    <a:pt x="298907" y="37083"/>
                  </a:lnTo>
                  <a:close/>
                </a:path>
                <a:path w="510540" h="139064">
                  <a:moveTo>
                    <a:pt x="338556" y="20446"/>
                  </a:moveTo>
                  <a:lnTo>
                    <a:pt x="259410" y="20446"/>
                  </a:lnTo>
                  <a:lnTo>
                    <a:pt x="259410" y="31368"/>
                  </a:lnTo>
                  <a:lnTo>
                    <a:pt x="338556" y="31368"/>
                  </a:lnTo>
                  <a:lnTo>
                    <a:pt x="338556" y="20446"/>
                  </a:lnTo>
                  <a:close/>
                </a:path>
                <a:path w="510540" h="139064">
                  <a:moveTo>
                    <a:pt x="319722" y="380"/>
                  </a:moveTo>
                  <a:lnTo>
                    <a:pt x="277355" y="380"/>
                  </a:lnTo>
                  <a:lnTo>
                    <a:pt x="277355" y="11175"/>
                  </a:lnTo>
                  <a:lnTo>
                    <a:pt x="319722" y="11175"/>
                  </a:lnTo>
                  <a:lnTo>
                    <a:pt x="319722" y="380"/>
                  </a:lnTo>
                  <a:close/>
                </a:path>
                <a:path w="510540" h="139064">
                  <a:moveTo>
                    <a:pt x="197269" y="87248"/>
                  </a:moveTo>
                  <a:lnTo>
                    <a:pt x="184492" y="87248"/>
                  </a:lnTo>
                  <a:lnTo>
                    <a:pt x="184492" y="136016"/>
                  </a:lnTo>
                  <a:lnTo>
                    <a:pt x="197269" y="136016"/>
                  </a:lnTo>
                  <a:lnTo>
                    <a:pt x="197269" y="87248"/>
                  </a:lnTo>
                  <a:close/>
                </a:path>
                <a:path w="510540" h="139064">
                  <a:moveTo>
                    <a:pt x="252577" y="76326"/>
                  </a:moveTo>
                  <a:lnTo>
                    <a:pt x="127838" y="76326"/>
                  </a:lnTo>
                  <a:lnTo>
                    <a:pt x="127838" y="87248"/>
                  </a:lnTo>
                  <a:lnTo>
                    <a:pt x="252577" y="87248"/>
                  </a:lnTo>
                  <a:lnTo>
                    <a:pt x="252577" y="76326"/>
                  </a:lnTo>
                  <a:close/>
                </a:path>
                <a:path w="510540" h="139064">
                  <a:moveTo>
                    <a:pt x="233057" y="5587"/>
                  </a:moveTo>
                  <a:lnTo>
                    <a:pt x="147396" y="5587"/>
                  </a:lnTo>
                  <a:lnTo>
                    <a:pt x="146240" y="5841"/>
                  </a:lnTo>
                  <a:lnTo>
                    <a:pt x="145643" y="6603"/>
                  </a:lnTo>
                  <a:lnTo>
                    <a:pt x="145034" y="7238"/>
                  </a:lnTo>
                  <a:lnTo>
                    <a:pt x="144729" y="8381"/>
                  </a:lnTo>
                  <a:lnTo>
                    <a:pt x="144764" y="55752"/>
                  </a:lnTo>
                  <a:lnTo>
                    <a:pt x="145173" y="56895"/>
                  </a:lnTo>
                  <a:lnTo>
                    <a:pt x="146316" y="58038"/>
                  </a:lnTo>
                  <a:lnTo>
                    <a:pt x="147459" y="58419"/>
                  </a:lnTo>
                  <a:lnTo>
                    <a:pt x="233006" y="58419"/>
                  </a:lnTo>
                  <a:lnTo>
                    <a:pt x="234061" y="58038"/>
                  </a:lnTo>
                  <a:lnTo>
                    <a:pt x="234772" y="57403"/>
                  </a:lnTo>
                  <a:lnTo>
                    <a:pt x="235483" y="56895"/>
                  </a:lnTo>
                  <a:lnTo>
                    <a:pt x="235839" y="55752"/>
                  </a:lnTo>
                  <a:lnTo>
                    <a:pt x="235839" y="47625"/>
                  </a:lnTo>
                  <a:lnTo>
                    <a:pt x="156895" y="47625"/>
                  </a:lnTo>
                  <a:lnTo>
                    <a:pt x="156895" y="16382"/>
                  </a:lnTo>
                  <a:lnTo>
                    <a:pt x="235839" y="16382"/>
                  </a:lnTo>
                  <a:lnTo>
                    <a:pt x="235839" y="8381"/>
                  </a:lnTo>
                  <a:lnTo>
                    <a:pt x="235496" y="7238"/>
                  </a:lnTo>
                  <a:lnTo>
                    <a:pt x="234810" y="6603"/>
                  </a:lnTo>
                  <a:lnTo>
                    <a:pt x="234124" y="5841"/>
                  </a:lnTo>
                  <a:lnTo>
                    <a:pt x="233057" y="5587"/>
                  </a:lnTo>
                  <a:close/>
                </a:path>
                <a:path w="510540" h="139064">
                  <a:moveTo>
                    <a:pt x="235839" y="16382"/>
                  </a:moveTo>
                  <a:lnTo>
                    <a:pt x="223367" y="16382"/>
                  </a:lnTo>
                  <a:lnTo>
                    <a:pt x="223367" y="47625"/>
                  </a:lnTo>
                  <a:lnTo>
                    <a:pt x="235839" y="47625"/>
                  </a:lnTo>
                  <a:lnTo>
                    <a:pt x="235839" y="16382"/>
                  </a:lnTo>
                  <a:close/>
                </a:path>
                <a:path w="510540" h="139064">
                  <a:moveTo>
                    <a:pt x="47002" y="20446"/>
                  </a:moveTo>
                  <a:lnTo>
                    <a:pt x="34239" y="20446"/>
                  </a:lnTo>
                  <a:lnTo>
                    <a:pt x="34239" y="36956"/>
                  </a:lnTo>
                  <a:lnTo>
                    <a:pt x="33578" y="44957"/>
                  </a:lnTo>
                  <a:lnTo>
                    <a:pt x="20027" y="83438"/>
                  </a:lnTo>
                  <a:lnTo>
                    <a:pt x="0" y="102996"/>
                  </a:lnTo>
                  <a:lnTo>
                    <a:pt x="11036" y="110235"/>
                  </a:lnTo>
                  <a:lnTo>
                    <a:pt x="37149" y="77723"/>
                  </a:lnTo>
                  <a:lnTo>
                    <a:pt x="40512" y="65531"/>
                  </a:lnTo>
                  <a:lnTo>
                    <a:pt x="52189" y="65531"/>
                  </a:lnTo>
                  <a:lnTo>
                    <a:pt x="50854" y="61751"/>
                  </a:lnTo>
                  <a:lnTo>
                    <a:pt x="48715" y="52498"/>
                  </a:lnTo>
                  <a:lnTo>
                    <a:pt x="47431" y="42459"/>
                  </a:lnTo>
                  <a:lnTo>
                    <a:pt x="47002" y="31622"/>
                  </a:lnTo>
                  <a:lnTo>
                    <a:pt x="47002" y="20446"/>
                  </a:lnTo>
                  <a:close/>
                </a:path>
                <a:path w="510540" h="139064">
                  <a:moveTo>
                    <a:pt x="52189" y="65531"/>
                  </a:moveTo>
                  <a:lnTo>
                    <a:pt x="40512" y="65531"/>
                  </a:lnTo>
                  <a:lnTo>
                    <a:pt x="41884" y="73532"/>
                  </a:lnTo>
                  <a:lnTo>
                    <a:pt x="44792" y="80771"/>
                  </a:lnTo>
                  <a:lnTo>
                    <a:pt x="49225" y="87248"/>
                  </a:lnTo>
                  <a:lnTo>
                    <a:pt x="53644" y="93852"/>
                  </a:lnTo>
                  <a:lnTo>
                    <a:pt x="59702" y="99694"/>
                  </a:lnTo>
                  <a:lnTo>
                    <a:pt x="67386" y="104775"/>
                  </a:lnTo>
                  <a:lnTo>
                    <a:pt x="76606" y="96519"/>
                  </a:lnTo>
                  <a:lnTo>
                    <a:pt x="69133" y="91162"/>
                  </a:lnTo>
                  <a:lnTo>
                    <a:pt x="62850" y="84994"/>
                  </a:lnTo>
                  <a:lnTo>
                    <a:pt x="57755" y="78017"/>
                  </a:lnTo>
                  <a:lnTo>
                    <a:pt x="53847" y="70230"/>
                  </a:lnTo>
                  <a:lnTo>
                    <a:pt x="52189" y="65531"/>
                  </a:lnTo>
                  <a:close/>
                </a:path>
                <a:path w="510540" h="139064">
                  <a:moveTo>
                    <a:pt x="69875" y="9651"/>
                  </a:moveTo>
                  <a:lnTo>
                    <a:pt x="10909" y="9651"/>
                  </a:lnTo>
                  <a:lnTo>
                    <a:pt x="10909" y="20446"/>
                  </a:lnTo>
                  <a:lnTo>
                    <a:pt x="69875" y="20446"/>
                  </a:lnTo>
                  <a:lnTo>
                    <a:pt x="69875" y="9651"/>
                  </a:lnTo>
                  <a:close/>
                </a:path>
                <a:path w="510540" h="139064">
                  <a:moveTo>
                    <a:pt x="119811" y="61340"/>
                  </a:moveTo>
                  <a:lnTo>
                    <a:pt x="107187" y="61340"/>
                  </a:lnTo>
                  <a:lnTo>
                    <a:pt x="107187" y="136016"/>
                  </a:lnTo>
                  <a:lnTo>
                    <a:pt x="119811" y="136016"/>
                  </a:lnTo>
                  <a:lnTo>
                    <a:pt x="119811" y="61340"/>
                  </a:lnTo>
                  <a:close/>
                </a:path>
                <a:path w="510540" h="139064">
                  <a:moveTo>
                    <a:pt x="92151" y="2539"/>
                  </a:moveTo>
                  <a:lnTo>
                    <a:pt x="79832" y="2539"/>
                  </a:lnTo>
                  <a:lnTo>
                    <a:pt x="79832" y="129666"/>
                  </a:lnTo>
                  <a:lnTo>
                    <a:pt x="92151" y="129666"/>
                  </a:lnTo>
                  <a:lnTo>
                    <a:pt x="92151" y="61340"/>
                  </a:lnTo>
                  <a:lnTo>
                    <a:pt x="119811" y="61340"/>
                  </a:lnTo>
                  <a:lnTo>
                    <a:pt x="119811" y="49783"/>
                  </a:lnTo>
                  <a:lnTo>
                    <a:pt x="92151" y="49783"/>
                  </a:lnTo>
                  <a:lnTo>
                    <a:pt x="92151" y="2539"/>
                  </a:lnTo>
                  <a:close/>
                </a:path>
                <a:path w="510540" h="139064">
                  <a:moveTo>
                    <a:pt x="119811" y="380"/>
                  </a:moveTo>
                  <a:lnTo>
                    <a:pt x="107187" y="380"/>
                  </a:lnTo>
                  <a:lnTo>
                    <a:pt x="107187" y="49783"/>
                  </a:lnTo>
                  <a:lnTo>
                    <a:pt x="119811" y="49783"/>
                  </a:lnTo>
                  <a:lnTo>
                    <a:pt x="119811" y="38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14300" y="4392167"/>
            <a:ext cx="792480" cy="2506980"/>
            <a:chOff x="114300" y="4392167"/>
            <a:chExt cx="792480" cy="2506980"/>
          </a:xfrm>
        </p:grpSpPr>
        <p:sp>
          <p:nvSpPr>
            <p:cNvPr id="23" name="object 23"/>
            <p:cNvSpPr/>
            <p:nvPr/>
          </p:nvSpPr>
          <p:spPr>
            <a:xfrm>
              <a:off x="114300" y="4392167"/>
              <a:ext cx="792480" cy="2506980"/>
            </a:xfrm>
            <a:custGeom>
              <a:avLst/>
              <a:gdLst/>
              <a:ahLst/>
              <a:cxnLst/>
              <a:rect l="l" t="t" r="r" b="b"/>
              <a:pathLst>
                <a:path w="792480" h="2506979">
                  <a:moveTo>
                    <a:pt x="792480" y="0"/>
                  </a:moveTo>
                  <a:lnTo>
                    <a:pt x="0" y="0"/>
                  </a:lnTo>
                  <a:lnTo>
                    <a:pt x="0" y="2506980"/>
                  </a:lnTo>
                  <a:lnTo>
                    <a:pt x="792480" y="2506980"/>
                  </a:lnTo>
                  <a:lnTo>
                    <a:pt x="79248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3179" y="5460110"/>
              <a:ext cx="234492" cy="13652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28460" y="5734430"/>
              <a:ext cx="362585" cy="138430"/>
            </a:xfrm>
            <a:custGeom>
              <a:avLst/>
              <a:gdLst/>
              <a:ahLst/>
              <a:cxnLst/>
              <a:rect l="l" t="t" r="r" b="b"/>
              <a:pathLst>
                <a:path w="362584" h="138429">
                  <a:moveTo>
                    <a:pt x="194995" y="82295"/>
                  </a:moveTo>
                  <a:lnTo>
                    <a:pt x="182959" y="82869"/>
                  </a:lnTo>
                  <a:lnTo>
                    <a:pt x="184075" y="82869"/>
                  </a:lnTo>
                  <a:lnTo>
                    <a:pt x="175041" y="84327"/>
                  </a:lnTo>
                  <a:lnTo>
                    <a:pt x="175182" y="84327"/>
                  </a:lnTo>
                  <a:lnTo>
                    <a:pt x="167378" y="86742"/>
                  </a:lnTo>
                  <a:lnTo>
                    <a:pt x="160667" y="90169"/>
                  </a:lnTo>
                  <a:lnTo>
                    <a:pt x="153019" y="95123"/>
                  </a:lnTo>
                  <a:lnTo>
                    <a:pt x="152158" y="95750"/>
                  </a:lnTo>
                  <a:lnTo>
                    <a:pt x="148018" y="102235"/>
                  </a:lnTo>
                  <a:lnTo>
                    <a:pt x="148018" y="118363"/>
                  </a:lnTo>
                  <a:lnTo>
                    <a:pt x="184572" y="137699"/>
                  </a:lnTo>
                  <a:lnTo>
                    <a:pt x="194995" y="138175"/>
                  </a:lnTo>
                  <a:lnTo>
                    <a:pt x="205008" y="137699"/>
                  </a:lnTo>
                  <a:lnTo>
                    <a:pt x="205361" y="137699"/>
                  </a:lnTo>
                  <a:lnTo>
                    <a:pt x="214169" y="136270"/>
                  </a:lnTo>
                  <a:lnTo>
                    <a:pt x="214452" y="136270"/>
                  </a:lnTo>
                  <a:lnTo>
                    <a:pt x="222738" y="133675"/>
                  </a:lnTo>
                  <a:lnTo>
                    <a:pt x="229450" y="130175"/>
                  </a:lnTo>
                  <a:lnTo>
                    <a:pt x="233778" y="127507"/>
                  </a:lnTo>
                  <a:lnTo>
                    <a:pt x="189801" y="127507"/>
                  </a:lnTo>
                  <a:lnTo>
                    <a:pt x="185254" y="127126"/>
                  </a:lnTo>
                  <a:lnTo>
                    <a:pt x="181178" y="126237"/>
                  </a:lnTo>
                  <a:lnTo>
                    <a:pt x="177114" y="125475"/>
                  </a:lnTo>
                  <a:lnTo>
                    <a:pt x="173507" y="124332"/>
                  </a:lnTo>
                  <a:lnTo>
                    <a:pt x="170395" y="122681"/>
                  </a:lnTo>
                  <a:lnTo>
                    <a:pt x="167449" y="121285"/>
                  </a:lnTo>
                  <a:lnTo>
                    <a:pt x="165150" y="119506"/>
                  </a:lnTo>
                  <a:lnTo>
                    <a:pt x="163525" y="117348"/>
                  </a:lnTo>
                  <a:lnTo>
                    <a:pt x="161899" y="115315"/>
                  </a:lnTo>
                  <a:lnTo>
                    <a:pt x="161086" y="112902"/>
                  </a:lnTo>
                  <a:lnTo>
                    <a:pt x="161086" y="107568"/>
                  </a:lnTo>
                  <a:lnTo>
                    <a:pt x="161886" y="105155"/>
                  </a:lnTo>
                  <a:lnTo>
                    <a:pt x="163487" y="102997"/>
                  </a:lnTo>
                  <a:lnTo>
                    <a:pt x="165100" y="100964"/>
                  </a:lnTo>
                  <a:lnTo>
                    <a:pt x="167386" y="99187"/>
                  </a:lnTo>
                  <a:lnTo>
                    <a:pt x="170099" y="97916"/>
                  </a:lnTo>
                  <a:lnTo>
                    <a:pt x="173354" y="96265"/>
                  </a:lnTo>
                  <a:lnTo>
                    <a:pt x="176949" y="95123"/>
                  </a:lnTo>
                  <a:lnTo>
                    <a:pt x="181114" y="94233"/>
                  </a:lnTo>
                  <a:lnTo>
                    <a:pt x="185293" y="93472"/>
                  </a:lnTo>
                  <a:lnTo>
                    <a:pt x="189865" y="92963"/>
                  </a:lnTo>
                  <a:lnTo>
                    <a:pt x="232471" y="92963"/>
                  </a:lnTo>
                  <a:lnTo>
                    <a:pt x="229997" y="91566"/>
                  </a:lnTo>
                  <a:lnTo>
                    <a:pt x="223043" y="87493"/>
                  </a:lnTo>
                  <a:lnTo>
                    <a:pt x="214891" y="84597"/>
                  </a:lnTo>
                  <a:lnTo>
                    <a:pt x="205542" y="82869"/>
                  </a:lnTo>
                  <a:lnTo>
                    <a:pt x="194995" y="82295"/>
                  </a:lnTo>
                  <a:close/>
                </a:path>
                <a:path w="362584" h="138429">
                  <a:moveTo>
                    <a:pt x="232471" y="92963"/>
                  </a:moveTo>
                  <a:lnTo>
                    <a:pt x="194843" y="92963"/>
                  </a:lnTo>
                  <a:lnTo>
                    <a:pt x="202001" y="93273"/>
                  </a:lnTo>
                  <a:lnTo>
                    <a:pt x="208722" y="94233"/>
                  </a:lnTo>
                  <a:lnTo>
                    <a:pt x="214636" y="95750"/>
                  </a:lnTo>
                  <a:lnTo>
                    <a:pt x="220116" y="97916"/>
                  </a:lnTo>
                  <a:lnTo>
                    <a:pt x="225869" y="100711"/>
                  </a:lnTo>
                  <a:lnTo>
                    <a:pt x="228752" y="104775"/>
                  </a:lnTo>
                  <a:lnTo>
                    <a:pt x="228752" y="112902"/>
                  </a:lnTo>
                  <a:lnTo>
                    <a:pt x="227926" y="115315"/>
                  </a:lnTo>
                  <a:lnTo>
                    <a:pt x="226288" y="117348"/>
                  </a:lnTo>
                  <a:lnTo>
                    <a:pt x="224650" y="119506"/>
                  </a:lnTo>
                  <a:lnTo>
                    <a:pt x="222364" y="121285"/>
                  </a:lnTo>
                  <a:lnTo>
                    <a:pt x="219417" y="122681"/>
                  </a:lnTo>
                  <a:lnTo>
                    <a:pt x="216293" y="124332"/>
                  </a:lnTo>
                  <a:lnTo>
                    <a:pt x="212674" y="125475"/>
                  </a:lnTo>
                  <a:lnTo>
                    <a:pt x="208559" y="126237"/>
                  </a:lnTo>
                  <a:lnTo>
                    <a:pt x="204431" y="127126"/>
                  </a:lnTo>
                  <a:lnTo>
                    <a:pt x="199859" y="127507"/>
                  </a:lnTo>
                  <a:lnTo>
                    <a:pt x="233778" y="127507"/>
                  </a:lnTo>
                  <a:lnTo>
                    <a:pt x="237693" y="125094"/>
                  </a:lnTo>
                  <a:lnTo>
                    <a:pt x="241808" y="118363"/>
                  </a:lnTo>
                  <a:lnTo>
                    <a:pt x="241808" y="102235"/>
                  </a:lnTo>
                  <a:lnTo>
                    <a:pt x="237871" y="96012"/>
                  </a:lnTo>
                  <a:lnTo>
                    <a:pt x="232471" y="92963"/>
                  </a:lnTo>
                  <a:close/>
                </a:path>
                <a:path w="362584" h="138429">
                  <a:moveTo>
                    <a:pt x="240919" y="44576"/>
                  </a:moveTo>
                  <a:lnTo>
                    <a:pt x="228307" y="44576"/>
                  </a:lnTo>
                  <a:lnTo>
                    <a:pt x="228307" y="84327"/>
                  </a:lnTo>
                  <a:lnTo>
                    <a:pt x="240919" y="84327"/>
                  </a:lnTo>
                  <a:lnTo>
                    <a:pt x="240919" y="44576"/>
                  </a:lnTo>
                  <a:close/>
                </a:path>
                <a:path w="362584" h="138429">
                  <a:moveTo>
                    <a:pt x="213106" y="2158"/>
                  </a:moveTo>
                  <a:lnTo>
                    <a:pt x="200787" y="2158"/>
                  </a:lnTo>
                  <a:lnTo>
                    <a:pt x="200787" y="79755"/>
                  </a:lnTo>
                  <a:lnTo>
                    <a:pt x="213106" y="79755"/>
                  </a:lnTo>
                  <a:lnTo>
                    <a:pt x="213106" y="44576"/>
                  </a:lnTo>
                  <a:lnTo>
                    <a:pt x="240919" y="44576"/>
                  </a:lnTo>
                  <a:lnTo>
                    <a:pt x="240919" y="33147"/>
                  </a:lnTo>
                  <a:lnTo>
                    <a:pt x="213106" y="33147"/>
                  </a:lnTo>
                  <a:lnTo>
                    <a:pt x="213106" y="2158"/>
                  </a:lnTo>
                  <a:close/>
                </a:path>
                <a:path w="362584" h="138429">
                  <a:moveTo>
                    <a:pt x="168109" y="17399"/>
                  </a:moveTo>
                  <a:lnTo>
                    <a:pt x="155498" y="17399"/>
                  </a:lnTo>
                  <a:lnTo>
                    <a:pt x="155498" y="21843"/>
                  </a:lnTo>
                  <a:lnTo>
                    <a:pt x="155189" y="27686"/>
                  </a:lnTo>
                  <a:lnTo>
                    <a:pt x="155065" y="30035"/>
                  </a:lnTo>
                  <a:lnTo>
                    <a:pt x="153846" y="36829"/>
                  </a:lnTo>
                  <a:lnTo>
                    <a:pt x="153766" y="37274"/>
                  </a:lnTo>
                  <a:lnTo>
                    <a:pt x="125590" y="68452"/>
                  </a:lnTo>
                  <a:lnTo>
                    <a:pt x="135229" y="76326"/>
                  </a:lnTo>
                  <a:lnTo>
                    <a:pt x="144458" y="70133"/>
                  </a:lnTo>
                  <a:lnTo>
                    <a:pt x="152028" y="63166"/>
                  </a:lnTo>
                  <a:lnTo>
                    <a:pt x="157936" y="55413"/>
                  </a:lnTo>
                  <a:lnTo>
                    <a:pt x="162179" y="46862"/>
                  </a:lnTo>
                  <a:lnTo>
                    <a:pt x="174705" y="46862"/>
                  </a:lnTo>
                  <a:lnTo>
                    <a:pt x="168109" y="27686"/>
                  </a:lnTo>
                  <a:lnTo>
                    <a:pt x="168109" y="17399"/>
                  </a:lnTo>
                  <a:close/>
                </a:path>
                <a:path w="362584" h="138429">
                  <a:moveTo>
                    <a:pt x="174705" y="46862"/>
                  </a:moveTo>
                  <a:lnTo>
                    <a:pt x="162179" y="46862"/>
                  </a:lnTo>
                  <a:lnTo>
                    <a:pt x="166419" y="54326"/>
                  </a:lnTo>
                  <a:lnTo>
                    <a:pt x="172340" y="60975"/>
                  </a:lnTo>
                  <a:lnTo>
                    <a:pt x="180025" y="66919"/>
                  </a:lnTo>
                  <a:lnTo>
                    <a:pt x="189445" y="72136"/>
                  </a:lnTo>
                  <a:lnTo>
                    <a:pt x="197408" y="63626"/>
                  </a:lnTo>
                  <a:lnTo>
                    <a:pt x="192169" y="60975"/>
                  </a:lnTo>
                  <a:lnTo>
                    <a:pt x="187744" y="58419"/>
                  </a:lnTo>
                  <a:lnTo>
                    <a:pt x="180695" y="53593"/>
                  </a:lnTo>
                  <a:lnTo>
                    <a:pt x="177711" y="50800"/>
                  </a:lnTo>
                  <a:lnTo>
                    <a:pt x="174705" y="46862"/>
                  </a:lnTo>
                  <a:close/>
                </a:path>
                <a:path w="362584" h="138429">
                  <a:moveTo>
                    <a:pt x="240919" y="0"/>
                  </a:moveTo>
                  <a:lnTo>
                    <a:pt x="228307" y="0"/>
                  </a:lnTo>
                  <a:lnTo>
                    <a:pt x="228307" y="33147"/>
                  </a:lnTo>
                  <a:lnTo>
                    <a:pt x="240919" y="33147"/>
                  </a:lnTo>
                  <a:lnTo>
                    <a:pt x="240919" y="0"/>
                  </a:lnTo>
                  <a:close/>
                </a:path>
                <a:path w="362584" h="138429">
                  <a:moveTo>
                    <a:pt x="190385" y="6603"/>
                  </a:moveTo>
                  <a:lnTo>
                    <a:pt x="132918" y="6603"/>
                  </a:lnTo>
                  <a:lnTo>
                    <a:pt x="132918" y="17399"/>
                  </a:lnTo>
                  <a:lnTo>
                    <a:pt x="190385" y="17399"/>
                  </a:lnTo>
                  <a:lnTo>
                    <a:pt x="190385" y="6603"/>
                  </a:lnTo>
                  <a:close/>
                </a:path>
                <a:path w="362584" h="138429">
                  <a:moveTo>
                    <a:pt x="66408" y="82168"/>
                  </a:moveTo>
                  <a:lnTo>
                    <a:pt x="24218" y="95885"/>
                  </a:lnTo>
                  <a:lnTo>
                    <a:pt x="20332" y="102107"/>
                  </a:lnTo>
                  <a:lnTo>
                    <a:pt x="20332" y="118237"/>
                  </a:lnTo>
                  <a:lnTo>
                    <a:pt x="56306" y="137572"/>
                  </a:lnTo>
                  <a:lnTo>
                    <a:pt x="66408" y="138049"/>
                  </a:lnTo>
                  <a:lnTo>
                    <a:pt x="75494" y="137572"/>
                  </a:lnTo>
                  <a:lnTo>
                    <a:pt x="76425" y="137572"/>
                  </a:lnTo>
                  <a:lnTo>
                    <a:pt x="86048" y="135874"/>
                  </a:lnTo>
                  <a:lnTo>
                    <a:pt x="94097" y="133173"/>
                  </a:lnTo>
                  <a:lnTo>
                    <a:pt x="100965" y="129412"/>
                  </a:lnTo>
                  <a:lnTo>
                    <a:pt x="104200" y="127380"/>
                  </a:lnTo>
                  <a:lnTo>
                    <a:pt x="61569" y="127380"/>
                  </a:lnTo>
                  <a:lnTo>
                    <a:pt x="57137" y="126873"/>
                  </a:lnTo>
                  <a:lnTo>
                    <a:pt x="49085" y="125349"/>
                  </a:lnTo>
                  <a:lnTo>
                    <a:pt x="45377" y="124078"/>
                  </a:lnTo>
                  <a:lnTo>
                    <a:pt x="41998" y="122300"/>
                  </a:lnTo>
                  <a:lnTo>
                    <a:pt x="39667" y="121157"/>
                  </a:lnTo>
                  <a:lnTo>
                    <a:pt x="37474" y="119379"/>
                  </a:lnTo>
                  <a:lnTo>
                    <a:pt x="36537" y="118237"/>
                  </a:lnTo>
                  <a:lnTo>
                    <a:pt x="34175" y="115188"/>
                  </a:lnTo>
                  <a:lnTo>
                    <a:pt x="33400" y="112775"/>
                  </a:lnTo>
                  <a:lnTo>
                    <a:pt x="33400" y="107441"/>
                  </a:lnTo>
                  <a:lnTo>
                    <a:pt x="42379" y="97662"/>
                  </a:lnTo>
                  <a:lnTo>
                    <a:pt x="45377" y="96138"/>
                  </a:lnTo>
                  <a:lnTo>
                    <a:pt x="48933" y="94868"/>
                  </a:lnTo>
                  <a:lnTo>
                    <a:pt x="53060" y="94106"/>
                  </a:lnTo>
                  <a:lnTo>
                    <a:pt x="57188" y="93217"/>
                  </a:lnTo>
                  <a:lnTo>
                    <a:pt x="61633" y="92837"/>
                  </a:lnTo>
                  <a:lnTo>
                    <a:pt x="104444" y="92837"/>
                  </a:lnTo>
                  <a:lnTo>
                    <a:pt x="100279" y="90042"/>
                  </a:lnTo>
                  <a:lnTo>
                    <a:pt x="93711" y="86615"/>
                  </a:lnTo>
                  <a:lnTo>
                    <a:pt x="85877" y="84153"/>
                  </a:lnTo>
                  <a:lnTo>
                    <a:pt x="77225" y="82740"/>
                  </a:lnTo>
                  <a:lnTo>
                    <a:pt x="78304" y="82740"/>
                  </a:lnTo>
                  <a:lnTo>
                    <a:pt x="66408" y="82168"/>
                  </a:lnTo>
                  <a:close/>
                </a:path>
                <a:path w="362584" h="138429">
                  <a:moveTo>
                    <a:pt x="104444" y="92837"/>
                  </a:moveTo>
                  <a:lnTo>
                    <a:pt x="76200" y="92837"/>
                  </a:lnTo>
                  <a:lnTo>
                    <a:pt x="84239" y="94487"/>
                  </a:lnTo>
                  <a:lnTo>
                    <a:pt x="90538" y="97662"/>
                  </a:lnTo>
                  <a:lnTo>
                    <a:pt x="96456" y="100583"/>
                  </a:lnTo>
                  <a:lnTo>
                    <a:pt x="99415" y="104648"/>
                  </a:lnTo>
                  <a:lnTo>
                    <a:pt x="99415" y="112775"/>
                  </a:lnTo>
                  <a:lnTo>
                    <a:pt x="98628" y="115188"/>
                  </a:lnTo>
                  <a:lnTo>
                    <a:pt x="97040" y="117220"/>
                  </a:lnTo>
                  <a:lnTo>
                    <a:pt x="95453" y="119379"/>
                  </a:lnTo>
                  <a:lnTo>
                    <a:pt x="93230" y="121157"/>
                  </a:lnTo>
                  <a:lnTo>
                    <a:pt x="90360" y="122554"/>
                  </a:lnTo>
                  <a:lnTo>
                    <a:pt x="87376" y="124078"/>
                  </a:lnTo>
                  <a:lnTo>
                    <a:pt x="83832" y="125349"/>
                  </a:lnTo>
                  <a:lnTo>
                    <a:pt x="75679" y="126873"/>
                  </a:lnTo>
                  <a:lnTo>
                    <a:pt x="71221" y="127380"/>
                  </a:lnTo>
                  <a:lnTo>
                    <a:pt x="104200" y="127380"/>
                  </a:lnTo>
                  <a:lnTo>
                    <a:pt x="108648" y="124587"/>
                  </a:lnTo>
                  <a:lnTo>
                    <a:pt x="112408" y="118237"/>
                  </a:lnTo>
                  <a:lnTo>
                    <a:pt x="112483" y="102107"/>
                  </a:lnTo>
                  <a:lnTo>
                    <a:pt x="108419" y="95503"/>
                  </a:lnTo>
                  <a:lnTo>
                    <a:pt x="104444" y="92837"/>
                  </a:lnTo>
                  <a:close/>
                </a:path>
                <a:path w="362584" h="138429">
                  <a:moveTo>
                    <a:pt x="110236" y="0"/>
                  </a:moveTo>
                  <a:lnTo>
                    <a:pt x="97777" y="0"/>
                  </a:lnTo>
                  <a:lnTo>
                    <a:pt x="97777" y="20319"/>
                  </a:lnTo>
                  <a:lnTo>
                    <a:pt x="72504" y="20319"/>
                  </a:lnTo>
                  <a:lnTo>
                    <a:pt x="72504" y="31114"/>
                  </a:lnTo>
                  <a:lnTo>
                    <a:pt x="97777" y="31114"/>
                  </a:lnTo>
                  <a:lnTo>
                    <a:pt x="97777" y="48894"/>
                  </a:lnTo>
                  <a:lnTo>
                    <a:pt x="68325" y="48894"/>
                  </a:lnTo>
                  <a:lnTo>
                    <a:pt x="68325" y="59689"/>
                  </a:lnTo>
                  <a:lnTo>
                    <a:pt x="97777" y="59689"/>
                  </a:lnTo>
                  <a:lnTo>
                    <a:pt x="97777" y="83565"/>
                  </a:lnTo>
                  <a:lnTo>
                    <a:pt x="110236" y="83565"/>
                  </a:lnTo>
                  <a:lnTo>
                    <a:pt x="110236" y="0"/>
                  </a:lnTo>
                  <a:close/>
                </a:path>
                <a:path w="362584" h="138429">
                  <a:moveTo>
                    <a:pt x="69608" y="6350"/>
                  </a:moveTo>
                  <a:lnTo>
                    <a:pt x="8674" y="6350"/>
                  </a:lnTo>
                  <a:lnTo>
                    <a:pt x="8674" y="17399"/>
                  </a:lnTo>
                  <a:lnTo>
                    <a:pt x="58000" y="17399"/>
                  </a:lnTo>
                  <a:lnTo>
                    <a:pt x="51804" y="34065"/>
                  </a:lnTo>
                  <a:lnTo>
                    <a:pt x="40073" y="48244"/>
                  </a:lnTo>
                  <a:lnTo>
                    <a:pt x="22805" y="59922"/>
                  </a:lnTo>
                  <a:lnTo>
                    <a:pt x="0" y="69087"/>
                  </a:lnTo>
                  <a:lnTo>
                    <a:pt x="8280" y="78486"/>
                  </a:lnTo>
                  <a:lnTo>
                    <a:pt x="44845" y="59215"/>
                  </a:lnTo>
                  <a:lnTo>
                    <a:pt x="68921" y="21709"/>
                  </a:lnTo>
                  <a:lnTo>
                    <a:pt x="71069" y="10540"/>
                  </a:lnTo>
                  <a:lnTo>
                    <a:pt x="71069" y="7747"/>
                  </a:lnTo>
                  <a:lnTo>
                    <a:pt x="69608" y="6350"/>
                  </a:lnTo>
                  <a:close/>
                </a:path>
                <a:path w="362584" h="138429">
                  <a:moveTo>
                    <a:pt x="360870" y="89662"/>
                  </a:moveTo>
                  <a:lnTo>
                    <a:pt x="272567" y="89662"/>
                  </a:lnTo>
                  <a:lnTo>
                    <a:pt x="272567" y="100583"/>
                  </a:lnTo>
                  <a:lnTo>
                    <a:pt x="349859" y="100583"/>
                  </a:lnTo>
                  <a:lnTo>
                    <a:pt x="349859" y="136525"/>
                  </a:lnTo>
                  <a:lnTo>
                    <a:pt x="362331" y="136525"/>
                  </a:lnTo>
                  <a:lnTo>
                    <a:pt x="362331" y="91058"/>
                  </a:lnTo>
                  <a:lnTo>
                    <a:pt x="360870" y="89662"/>
                  </a:lnTo>
                  <a:close/>
                </a:path>
                <a:path w="362584" h="138429">
                  <a:moveTo>
                    <a:pt x="362470" y="78104"/>
                  </a:moveTo>
                  <a:lnTo>
                    <a:pt x="350012" y="78104"/>
                  </a:lnTo>
                  <a:lnTo>
                    <a:pt x="350012" y="85598"/>
                  </a:lnTo>
                  <a:lnTo>
                    <a:pt x="362470" y="85598"/>
                  </a:lnTo>
                  <a:lnTo>
                    <a:pt x="362470" y="78104"/>
                  </a:lnTo>
                  <a:close/>
                </a:path>
                <a:path w="362584" h="138429">
                  <a:moveTo>
                    <a:pt x="261508" y="77342"/>
                  </a:moveTo>
                  <a:lnTo>
                    <a:pt x="260730" y="77342"/>
                  </a:lnTo>
                  <a:lnTo>
                    <a:pt x="262966" y="78104"/>
                  </a:lnTo>
                  <a:lnTo>
                    <a:pt x="262188" y="78104"/>
                  </a:lnTo>
                  <a:lnTo>
                    <a:pt x="261508" y="77342"/>
                  </a:lnTo>
                  <a:close/>
                </a:path>
                <a:path w="362584" h="138429">
                  <a:moveTo>
                    <a:pt x="350012" y="77342"/>
                  </a:moveTo>
                  <a:lnTo>
                    <a:pt x="298094" y="77342"/>
                  </a:lnTo>
                  <a:lnTo>
                    <a:pt x="286664" y="78104"/>
                  </a:lnTo>
                  <a:lnTo>
                    <a:pt x="350012" y="78104"/>
                  </a:lnTo>
                  <a:lnTo>
                    <a:pt x="350012" y="77342"/>
                  </a:lnTo>
                  <a:close/>
                </a:path>
                <a:path w="362584" h="138429">
                  <a:moveTo>
                    <a:pt x="319011" y="5333"/>
                  </a:moveTo>
                  <a:lnTo>
                    <a:pt x="260159" y="5333"/>
                  </a:lnTo>
                  <a:lnTo>
                    <a:pt x="260159" y="16001"/>
                  </a:lnTo>
                  <a:lnTo>
                    <a:pt x="308292" y="16001"/>
                  </a:lnTo>
                  <a:lnTo>
                    <a:pt x="308292" y="36194"/>
                  </a:lnTo>
                  <a:lnTo>
                    <a:pt x="262902" y="36194"/>
                  </a:lnTo>
                  <a:lnTo>
                    <a:pt x="261772" y="36575"/>
                  </a:lnTo>
                  <a:lnTo>
                    <a:pt x="261124" y="37337"/>
                  </a:lnTo>
                  <a:lnTo>
                    <a:pt x="260476" y="38226"/>
                  </a:lnTo>
                  <a:lnTo>
                    <a:pt x="260159" y="39115"/>
                  </a:lnTo>
                  <a:lnTo>
                    <a:pt x="260159" y="75056"/>
                  </a:lnTo>
                  <a:lnTo>
                    <a:pt x="260489" y="76200"/>
                  </a:lnTo>
                  <a:lnTo>
                    <a:pt x="261508" y="77342"/>
                  </a:lnTo>
                  <a:lnTo>
                    <a:pt x="301739" y="77342"/>
                  </a:lnTo>
                  <a:lnTo>
                    <a:pt x="310591" y="76580"/>
                  </a:lnTo>
                  <a:lnTo>
                    <a:pt x="324065" y="75056"/>
                  </a:lnTo>
                  <a:lnTo>
                    <a:pt x="328168" y="74422"/>
                  </a:lnTo>
                  <a:lnTo>
                    <a:pt x="335483" y="73405"/>
                  </a:lnTo>
                  <a:lnTo>
                    <a:pt x="342290" y="72136"/>
                  </a:lnTo>
                  <a:lnTo>
                    <a:pt x="342290" y="66801"/>
                  </a:lnTo>
                  <a:lnTo>
                    <a:pt x="272326" y="66801"/>
                  </a:lnTo>
                  <a:lnTo>
                    <a:pt x="272326" y="46608"/>
                  </a:lnTo>
                  <a:lnTo>
                    <a:pt x="319011" y="46608"/>
                  </a:lnTo>
                  <a:lnTo>
                    <a:pt x="320471" y="45212"/>
                  </a:lnTo>
                  <a:lnTo>
                    <a:pt x="320471" y="6730"/>
                  </a:lnTo>
                  <a:lnTo>
                    <a:pt x="319011" y="5333"/>
                  </a:lnTo>
                  <a:close/>
                </a:path>
                <a:path w="362584" h="138429">
                  <a:moveTo>
                    <a:pt x="362470" y="0"/>
                  </a:moveTo>
                  <a:lnTo>
                    <a:pt x="350012" y="0"/>
                  </a:lnTo>
                  <a:lnTo>
                    <a:pt x="350012" y="16255"/>
                  </a:lnTo>
                  <a:lnTo>
                    <a:pt x="325196" y="16255"/>
                  </a:lnTo>
                  <a:lnTo>
                    <a:pt x="325196" y="27050"/>
                  </a:lnTo>
                  <a:lnTo>
                    <a:pt x="350012" y="27050"/>
                  </a:lnTo>
                  <a:lnTo>
                    <a:pt x="350012" y="42290"/>
                  </a:lnTo>
                  <a:lnTo>
                    <a:pt x="325196" y="42290"/>
                  </a:lnTo>
                  <a:lnTo>
                    <a:pt x="325196" y="53086"/>
                  </a:lnTo>
                  <a:lnTo>
                    <a:pt x="350012" y="53086"/>
                  </a:lnTo>
                  <a:lnTo>
                    <a:pt x="350012" y="77342"/>
                  </a:lnTo>
                  <a:lnTo>
                    <a:pt x="362470" y="77342"/>
                  </a:lnTo>
                  <a:lnTo>
                    <a:pt x="362470" y="0"/>
                  </a:lnTo>
                  <a:close/>
                </a:path>
                <a:path w="362584" h="138429">
                  <a:moveTo>
                    <a:pt x="342290" y="61213"/>
                  </a:moveTo>
                  <a:lnTo>
                    <a:pt x="299313" y="66293"/>
                  </a:lnTo>
                  <a:lnTo>
                    <a:pt x="296062" y="66548"/>
                  </a:lnTo>
                  <a:lnTo>
                    <a:pt x="293852" y="66548"/>
                  </a:lnTo>
                  <a:lnTo>
                    <a:pt x="272326" y="66801"/>
                  </a:lnTo>
                  <a:lnTo>
                    <a:pt x="342290" y="66801"/>
                  </a:lnTo>
                  <a:lnTo>
                    <a:pt x="342290" y="61213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995172" y="4774691"/>
            <a:ext cx="5634355" cy="629920"/>
          </a:xfrm>
          <a:custGeom>
            <a:avLst/>
            <a:gdLst/>
            <a:ahLst/>
            <a:cxnLst/>
            <a:rect l="l" t="t" r="r" b="b"/>
            <a:pathLst>
              <a:path w="5634355" h="629920">
                <a:moveTo>
                  <a:pt x="5634228" y="0"/>
                </a:moveTo>
                <a:lnTo>
                  <a:pt x="0" y="0"/>
                </a:lnTo>
                <a:lnTo>
                  <a:pt x="0" y="629412"/>
                </a:lnTo>
                <a:lnTo>
                  <a:pt x="5634228" y="629412"/>
                </a:lnTo>
                <a:lnTo>
                  <a:pt x="56342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95172" y="4774691"/>
            <a:ext cx="5634355" cy="629920"/>
          </a:xfrm>
          <a:prstGeom prst="rect">
            <a:avLst/>
          </a:prstGeom>
          <a:ln w="9525">
            <a:solidFill>
              <a:srgbClr val="DAE2F3"/>
            </a:solidFill>
          </a:ln>
        </p:spPr>
        <p:txBody>
          <a:bodyPr vert="horz" wrap="square" lIns="0" tIns="93345" rIns="0" bIns="0" rtlCol="0">
            <a:spAutoFit/>
          </a:bodyPr>
          <a:lstStyle/>
          <a:p>
            <a:pPr marL="243204" indent="-171450">
              <a:lnSpc>
                <a:spcPct val="100000"/>
              </a:lnSpc>
              <a:spcBef>
                <a:spcPts val="735"/>
              </a:spcBef>
              <a:buFont typeface="Wingdings"/>
              <a:buChar char=""/>
              <a:tabLst>
                <a:tab pos="243204" algn="l"/>
              </a:tabLst>
            </a:pPr>
            <a:r>
              <a:rPr sz="1200" u="sng" spc="-1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대형건설사</a:t>
            </a:r>
            <a:r>
              <a:rPr sz="1200" u="sng" spc="-4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200" u="sng" spc="-1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우수</a:t>
            </a:r>
            <a:r>
              <a:rPr sz="12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200" u="sng" spc="-1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협력업체로</a:t>
            </a:r>
            <a:r>
              <a:rPr sz="1200" u="sng" spc="-4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200" u="sng" spc="-1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수주</a:t>
            </a:r>
            <a:r>
              <a:rPr sz="12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지속</a:t>
            </a:r>
            <a:endParaRPr sz="1200" dirty="0">
              <a:latin typeface="Malgun Gothic"/>
              <a:cs typeface="Malgun Gothic"/>
            </a:endParaRPr>
          </a:p>
          <a:p>
            <a:pPr marL="243204" indent="-17145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243204" algn="l"/>
              </a:tabLst>
            </a:pPr>
            <a:r>
              <a:rPr sz="1200" spc="-110" dirty="0">
                <a:latin typeface="Malgun Gothic"/>
                <a:cs typeface="Malgun Gothic"/>
              </a:rPr>
              <a:t>아파트,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spc="-90" dirty="0">
                <a:latin typeface="Malgun Gothic"/>
                <a:cs typeface="Malgun Gothic"/>
              </a:rPr>
              <a:t>병원,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쇼핑몰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등</a:t>
            </a:r>
            <a:r>
              <a:rPr sz="1200" spc="-6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대형</a:t>
            </a:r>
            <a:r>
              <a:rPr sz="1200" spc="-3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건설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프로젝트</a:t>
            </a:r>
            <a:r>
              <a:rPr sz="1200" spc="-3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레퍼런스</a:t>
            </a:r>
            <a:r>
              <a:rPr sz="1200" spc="-35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보유</a:t>
            </a:r>
            <a:endParaRPr sz="1200" dirty="0">
              <a:latin typeface="Malgun Gothic"/>
              <a:cs typeface="Malgun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0600" y="4381499"/>
            <a:ext cx="5634355" cy="325120"/>
            <a:chOff x="990600" y="4381499"/>
            <a:chExt cx="5634355" cy="325120"/>
          </a:xfrm>
        </p:grpSpPr>
        <p:sp>
          <p:nvSpPr>
            <p:cNvPr id="29" name="object 29"/>
            <p:cNvSpPr/>
            <p:nvPr/>
          </p:nvSpPr>
          <p:spPr>
            <a:xfrm>
              <a:off x="990600" y="4381499"/>
              <a:ext cx="5634355" cy="325120"/>
            </a:xfrm>
            <a:custGeom>
              <a:avLst/>
              <a:gdLst/>
              <a:ahLst/>
              <a:cxnLst/>
              <a:rect l="l" t="t" r="r" b="b"/>
              <a:pathLst>
                <a:path w="5634355" h="325120">
                  <a:moveTo>
                    <a:pt x="5634228" y="0"/>
                  </a:moveTo>
                  <a:lnTo>
                    <a:pt x="0" y="0"/>
                  </a:lnTo>
                  <a:lnTo>
                    <a:pt x="0" y="324612"/>
                  </a:lnTo>
                  <a:lnTo>
                    <a:pt x="5634228" y="324612"/>
                  </a:lnTo>
                  <a:lnTo>
                    <a:pt x="5634228" y="0"/>
                  </a:lnTo>
                  <a:close/>
                </a:path>
              </a:pathLst>
            </a:custGeom>
            <a:solidFill>
              <a:srgbClr val="DAE2F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58950" y="4461509"/>
              <a:ext cx="1312926" cy="13817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611405" y="4461509"/>
              <a:ext cx="495300" cy="138430"/>
            </a:xfrm>
            <a:custGeom>
              <a:avLst/>
              <a:gdLst/>
              <a:ahLst/>
              <a:cxnLst/>
              <a:rect l="l" t="t" r="r" b="b"/>
              <a:pathLst>
                <a:path w="495300" h="138429">
                  <a:moveTo>
                    <a:pt x="325850" y="83058"/>
                  </a:moveTo>
                  <a:lnTo>
                    <a:pt x="310610" y="83058"/>
                  </a:lnTo>
                  <a:lnTo>
                    <a:pt x="303752" y="83820"/>
                  </a:lnTo>
                  <a:lnTo>
                    <a:pt x="269843" y="102743"/>
                  </a:lnTo>
                  <a:lnTo>
                    <a:pt x="269843" y="114426"/>
                  </a:lnTo>
                  <a:lnTo>
                    <a:pt x="303625" y="137413"/>
                  </a:lnTo>
                  <a:lnTo>
                    <a:pt x="310483" y="138175"/>
                  </a:lnTo>
                  <a:lnTo>
                    <a:pt x="318230" y="138175"/>
                  </a:lnTo>
                  <a:lnTo>
                    <a:pt x="358247" y="127508"/>
                  </a:lnTo>
                  <a:lnTo>
                    <a:pt x="312769" y="127508"/>
                  </a:lnTo>
                  <a:lnTo>
                    <a:pt x="307689" y="127000"/>
                  </a:lnTo>
                  <a:lnTo>
                    <a:pt x="299053" y="125475"/>
                  </a:lnTo>
                  <a:lnTo>
                    <a:pt x="295243" y="124333"/>
                  </a:lnTo>
                  <a:lnTo>
                    <a:pt x="292195" y="122809"/>
                  </a:lnTo>
                  <a:lnTo>
                    <a:pt x="289424" y="121538"/>
                  </a:lnTo>
                  <a:lnTo>
                    <a:pt x="286734" y="119634"/>
                  </a:lnTo>
                  <a:lnTo>
                    <a:pt x="285210" y="117475"/>
                  </a:lnTo>
                  <a:lnTo>
                    <a:pt x="283559" y="115443"/>
                  </a:lnTo>
                  <a:lnTo>
                    <a:pt x="282670" y="113029"/>
                  </a:lnTo>
                  <a:lnTo>
                    <a:pt x="282670" y="105537"/>
                  </a:lnTo>
                  <a:lnTo>
                    <a:pt x="285746" y="101600"/>
                  </a:lnTo>
                  <a:lnTo>
                    <a:pt x="285580" y="101600"/>
                  </a:lnTo>
                  <a:lnTo>
                    <a:pt x="318230" y="93725"/>
                  </a:lnTo>
                  <a:lnTo>
                    <a:pt x="357584" y="93725"/>
                  </a:lnTo>
                  <a:lnTo>
                    <a:pt x="357092" y="93345"/>
                  </a:lnTo>
                  <a:lnTo>
                    <a:pt x="351377" y="90550"/>
                  </a:lnTo>
                  <a:lnTo>
                    <a:pt x="348837" y="88391"/>
                  </a:lnTo>
                  <a:lnTo>
                    <a:pt x="344646" y="86613"/>
                  </a:lnTo>
                  <a:lnTo>
                    <a:pt x="332581" y="83820"/>
                  </a:lnTo>
                  <a:lnTo>
                    <a:pt x="325850" y="83058"/>
                  </a:lnTo>
                  <a:close/>
                </a:path>
                <a:path w="495300" h="138429">
                  <a:moveTo>
                    <a:pt x="357584" y="93725"/>
                  </a:moveTo>
                  <a:lnTo>
                    <a:pt x="318230" y="93725"/>
                  </a:lnTo>
                  <a:lnTo>
                    <a:pt x="325776" y="94033"/>
                  </a:lnTo>
                  <a:lnTo>
                    <a:pt x="332597" y="94948"/>
                  </a:lnTo>
                  <a:lnTo>
                    <a:pt x="338679" y="96458"/>
                  </a:lnTo>
                  <a:lnTo>
                    <a:pt x="344011" y="98551"/>
                  </a:lnTo>
                  <a:lnTo>
                    <a:pt x="350488" y="101600"/>
                  </a:lnTo>
                  <a:lnTo>
                    <a:pt x="353663" y="105537"/>
                  </a:lnTo>
                  <a:lnTo>
                    <a:pt x="353663" y="115824"/>
                  </a:lnTo>
                  <a:lnTo>
                    <a:pt x="318230" y="127508"/>
                  </a:lnTo>
                  <a:lnTo>
                    <a:pt x="358247" y="127508"/>
                  </a:lnTo>
                  <a:lnTo>
                    <a:pt x="362299" y="124968"/>
                  </a:lnTo>
                  <a:lnTo>
                    <a:pt x="366617" y="118237"/>
                  </a:lnTo>
                  <a:lnTo>
                    <a:pt x="366617" y="106679"/>
                  </a:lnTo>
                  <a:lnTo>
                    <a:pt x="365474" y="102997"/>
                  </a:lnTo>
                  <a:lnTo>
                    <a:pt x="363315" y="99695"/>
                  </a:lnTo>
                  <a:lnTo>
                    <a:pt x="361074" y="96458"/>
                  </a:lnTo>
                  <a:lnTo>
                    <a:pt x="360865" y="96265"/>
                  </a:lnTo>
                  <a:lnTo>
                    <a:pt x="357584" y="93725"/>
                  </a:lnTo>
                  <a:close/>
                </a:path>
                <a:path w="495300" h="138429">
                  <a:moveTo>
                    <a:pt x="191611" y="82931"/>
                  </a:moveTo>
                  <a:lnTo>
                    <a:pt x="180683" y="83524"/>
                  </a:lnTo>
                  <a:lnTo>
                    <a:pt x="170957" y="85296"/>
                  </a:lnTo>
                  <a:lnTo>
                    <a:pt x="162446" y="88235"/>
                  </a:lnTo>
                  <a:lnTo>
                    <a:pt x="155162" y="92328"/>
                  </a:lnTo>
                  <a:lnTo>
                    <a:pt x="146907" y="96393"/>
                  </a:lnTo>
                  <a:lnTo>
                    <a:pt x="143621" y="101219"/>
                  </a:lnTo>
                  <a:lnTo>
                    <a:pt x="142843" y="102488"/>
                  </a:lnTo>
                  <a:lnTo>
                    <a:pt x="142843" y="118618"/>
                  </a:lnTo>
                  <a:lnTo>
                    <a:pt x="146983" y="124829"/>
                  </a:lnTo>
                  <a:lnTo>
                    <a:pt x="147148" y="124829"/>
                  </a:lnTo>
                  <a:lnTo>
                    <a:pt x="155162" y="128650"/>
                  </a:lnTo>
                  <a:lnTo>
                    <a:pt x="162446" y="132818"/>
                  </a:lnTo>
                  <a:lnTo>
                    <a:pt x="170957" y="135794"/>
                  </a:lnTo>
                  <a:lnTo>
                    <a:pt x="180683" y="137580"/>
                  </a:lnTo>
                  <a:lnTo>
                    <a:pt x="191611" y="138175"/>
                  </a:lnTo>
                  <a:lnTo>
                    <a:pt x="202429" y="137580"/>
                  </a:lnTo>
                  <a:lnTo>
                    <a:pt x="212068" y="135794"/>
                  </a:lnTo>
                  <a:lnTo>
                    <a:pt x="220499" y="132818"/>
                  </a:lnTo>
                  <a:lnTo>
                    <a:pt x="227715" y="128650"/>
                  </a:lnTo>
                  <a:lnTo>
                    <a:pt x="230063" y="127508"/>
                  </a:lnTo>
                  <a:lnTo>
                    <a:pt x="191611" y="127508"/>
                  </a:lnTo>
                  <a:lnTo>
                    <a:pt x="184304" y="127202"/>
                  </a:lnTo>
                  <a:lnTo>
                    <a:pt x="155797" y="115824"/>
                  </a:lnTo>
                  <a:lnTo>
                    <a:pt x="155797" y="105156"/>
                  </a:lnTo>
                  <a:lnTo>
                    <a:pt x="191611" y="93599"/>
                  </a:lnTo>
                  <a:lnTo>
                    <a:pt x="232051" y="93599"/>
                  </a:lnTo>
                  <a:lnTo>
                    <a:pt x="227044" y="90550"/>
                  </a:lnTo>
                  <a:lnTo>
                    <a:pt x="220043" y="87217"/>
                  </a:lnTo>
                  <a:lnTo>
                    <a:pt x="211804" y="84836"/>
                  </a:lnTo>
                  <a:lnTo>
                    <a:pt x="203103" y="83524"/>
                  </a:lnTo>
                  <a:lnTo>
                    <a:pt x="204961" y="83524"/>
                  </a:lnTo>
                  <a:lnTo>
                    <a:pt x="191611" y="82931"/>
                  </a:lnTo>
                  <a:close/>
                </a:path>
                <a:path w="495300" h="138429">
                  <a:moveTo>
                    <a:pt x="232051" y="93599"/>
                  </a:moveTo>
                  <a:lnTo>
                    <a:pt x="191611" y="93599"/>
                  </a:lnTo>
                  <a:lnTo>
                    <a:pt x="198733" y="93886"/>
                  </a:lnTo>
                  <a:lnTo>
                    <a:pt x="205438" y="94757"/>
                  </a:lnTo>
                  <a:lnTo>
                    <a:pt x="211738" y="96224"/>
                  </a:lnTo>
                  <a:lnTo>
                    <a:pt x="217646" y="98298"/>
                  </a:lnTo>
                  <a:lnTo>
                    <a:pt x="224123" y="101219"/>
                  </a:lnTo>
                  <a:lnTo>
                    <a:pt x="227298" y="105156"/>
                  </a:lnTo>
                  <a:lnTo>
                    <a:pt x="227202" y="115824"/>
                  </a:lnTo>
                  <a:lnTo>
                    <a:pt x="224027" y="120014"/>
                  </a:lnTo>
                  <a:lnTo>
                    <a:pt x="223841" y="120014"/>
                  </a:lnTo>
                  <a:lnTo>
                    <a:pt x="217646" y="122809"/>
                  </a:lnTo>
                  <a:lnTo>
                    <a:pt x="211738" y="124829"/>
                  </a:lnTo>
                  <a:lnTo>
                    <a:pt x="205438" y="126301"/>
                  </a:lnTo>
                  <a:lnTo>
                    <a:pt x="198733" y="127202"/>
                  </a:lnTo>
                  <a:lnTo>
                    <a:pt x="191611" y="127508"/>
                  </a:lnTo>
                  <a:lnTo>
                    <a:pt x="230063" y="127508"/>
                  </a:lnTo>
                  <a:lnTo>
                    <a:pt x="235680" y="124829"/>
                  </a:lnTo>
                  <a:lnTo>
                    <a:pt x="236023" y="124829"/>
                  </a:lnTo>
                  <a:lnTo>
                    <a:pt x="240252" y="118618"/>
                  </a:lnTo>
                  <a:lnTo>
                    <a:pt x="240252" y="102488"/>
                  </a:lnTo>
                  <a:lnTo>
                    <a:pt x="235807" y="95885"/>
                  </a:lnTo>
                  <a:lnTo>
                    <a:pt x="232051" y="93599"/>
                  </a:lnTo>
                  <a:close/>
                </a:path>
                <a:path w="495300" h="138429">
                  <a:moveTo>
                    <a:pt x="493236" y="89662"/>
                  </a:moveTo>
                  <a:lnTo>
                    <a:pt x="404971" y="89662"/>
                  </a:lnTo>
                  <a:lnTo>
                    <a:pt x="404971" y="100584"/>
                  </a:lnTo>
                  <a:lnTo>
                    <a:pt x="482314" y="100584"/>
                  </a:lnTo>
                  <a:lnTo>
                    <a:pt x="482314" y="136525"/>
                  </a:lnTo>
                  <a:lnTo>
                    <a:pt x="494760" y="136525"/>
                  </a:lnTo>
                  <a:lnTo>
                    <a:pt x="494760" y="91059"/>
                  </a:lnTo>
                  <a:lnTo>
                    <a:pt x="493236" y="89662"/>
                  </a:lnTo>
                  <a:close/>
                </a:path>
                <a:path w="495300" h="138429">
                  <a:moveTo>
                    <a:pt x="380460" y="60960"/>
                  </a:moveTo>
                  <a:lnTo>
                    <a:pt x="255746" y="60960"/>
                  </a:lnTo>
                  <a:lnTo>
                    <a:pt x="255746" y="71754"/>
                  </a:lnTo>
                  <a:lnTo>
                    <a:pt x="380460" y="71754"/>
                  </a:lnTo>
                  <a:lnTo>
                    <a:pt x="380460" y="60960"/>
                  </a:lnTo>
                  <a:close/>
                </a:path>
                <a:path w="495300" h="138429">
                  <a:moveTo>
                    <a:pt x="253968" y="61213"/>
                  </a:moveTo>
                  <a:lnTo>
                    <a:pt x="129254" y="61213"/>
                  </a:lnTo>
                  <a:lnTo>
                    <a:pt x="129254" y="72009"/>
                  </a:lnTo>
                  <a:lnTo>
                    <a:pt x="253968" y="72009"/>
                  </a:lnTo>
                  <a:lnTo>
                    <a:pt x="253968" y="61213"/>
                  </a:lnTo>
                  <a:close/>
                </a:path>
                <a:path w="495300" h="138429">
                  <a:moveTo>
                    <a:pt x="189833" y="30734"/>
                  </a:moveTo>
                  <a:lnTo>
                    <a:pt x="177514" y="30734"/>
                  </a:lnTo>
                  <a:lnTo>
                    <a:pt x="177514" y="61213"/>
                  </a:lnTo>
                  <a:lnTo>
                    <a:pt x="189833" y="61213"/>
                  </a:lnTo>
                  <a:lnTo>
                    <a:pt x="189833" y="30734"/>
                  </a:lnTo>
                  <a:close/>
                </a:path>
                <a:path w="495300" h="138429">
                  <a:moveTo>
                    <a:pt x="237712" y="4063"/>
                  </a:moveTo>
                  <a:lnTo>
                    <a:pt x="144113" y="4063"/>
                  </a:lnTo>
                  <a:lnTo>
                    <a:pt x="144113" y="14986"/>
                  </a:lnTo>
                  <a:lnTo>
                    <a:pt x="226790" y="14986"/>
                  </a:lnTo>
                  <a:lnTo>
                    <a:pt x="226282" y="20574"/>
                  </a:lnTo>
                  <a:lnTo>
                    <a:pt x="225869" y="25526"/>
                  </a:lnTo>
                  <a:lnTo>
                    <a:pt x="225774" y="26670"/>
                  </a:lnTo>
                  <a:lnTo>
                    <a:pt x="224885" y="33020"/>
                  </a:lnTo>
                  <a:lnTo>
                    <a:pt x="224123" y="39370"/>
                  </a:lnTo>
                  <a:lnTo>
                    <a:pt x="222980" y="46482"/>
                  </a:lnTo>
                  <a:lnTo>
                    <a:pt x="221583" y="54356"/>
                  </a:lnTo>
                  <a:lnTo>
                    <a:pt x="233521" y="54356"/>
                  </a:lnTo>
                  <a:lnTo>
                    <a:pt x="239236" y="7747"/>
                  </a:lnTo>
                  <a:lnTo>
                    <a:pt x="239236" y="5334"/>
                  </a:lnTo>
                  <a:lnTo>
                    <a:pt x="237712" y="4063"/>
                  </a:lnTo>
                  <a:close/>
                </a:path>
                <a:path w="495300" h="138429">
                  <a:moveTo>
                    <a:pt x="52292" y="5587"/>
                  </a:moveTo>
                  <a:lnTo>
                    <a:pt x="39719" y="5587"/>
                  </a:lnTo>
                  <a:lnTo>
                    <a:pt x="39719" y="36702"/>
                  </a:lnTo>
                  <a:lnTo>
                    <a:pt x="38703" y="44576"/>
                  </a:lnTo>
                  <a:lnTo>
                    <a:pt x="20923" y="82169"/>
                  </a:lnTo>
                  <a:lnTo>
                    <a:pt x="0" y="100143"/>
                  </a:lnTo>
                  <a:lnTo>
                    <a:pt x="183" y="100143"/>
                  </a:lnTo>
                  <a:lnTo>
                    <a:pt x="10763" y="108203"/>
                  </a:lnTo>
                  <a:lnTo>
                    <a:pt x="15462" y="105028"/>
                  </a:lnTo>
                  <a:lnTo>
                    <a:pt x="19780" y="101473"/>
                  </a:lnTo>
                  <a:lnTo>
                    <a:pt x="44545" y="67183"/>
                  </a:lnTo>
                  <a:lnTo>
                    <a:pt x="45998" y="60457"/>
                  </a:lnTo>
                  <a:lnTo>
                    <a:pt x="46069" y="59436"/>
                  </a:lnTo>
                  <a:lnTo>
                    <a:pt x="57510" y="59436"/>
                  </a:lnTo>
                  <a:lnTo>
                    <a:pt x="54768" y="51514"/>
                  </a:lnTo>
                  <a:lnTo>
                    <a:pt x="52911" y="41737"/>
                  </a:lnTo>
                  <a:lnTo>
                    <a:pt x="52292" y="31114"/>
                  </a:lnTo>
                  <a:lnTo>
                    <a:pt x="52292" y="5587"/>
                  </a:lnTo>
                  <a:close/>
                </a:path>
                <a:path w="495300" h="138429">
                  <a:moveTo>
                    <a:pt x="57510" y="59436"/>
                  </a:moveTo>
                  <a:lnTo>
                    <a:pt x="46069" y="59436"/>
                  </a:lnTo>
                  <a:lnTo>
                    <a:pt x="48188" y="66460"/>
                  </a:lnTo>
                  <a:lnTo>
                    <a:pt x="75799" y="100143"/>
                  </a:lnTo>
                  <a:lnTo>
                    <a:pt x="82010" y="104521"/>
                  </a:lnTo>
                  <a:lnTo>
                    <a:pt x="90898" y="95758"/>
                  </a:lnTo>
                  <a:lnTo>
                    <a:pt x="91214" y="95758"/>
                  </a:lnTo>
                  <a:lnTo>
                    <a:pt x="62198" y="68579"/>
                  </a:lnTo>
                  <a:lnTo>
                    <a:pt x="57864" y="60457"/>
                  </a:lnTo>
                  <a:lnTo>
                    <a:pt x="57510" y="59436"/>
                  </a:lnTo>
                  <a:close/>
                </a:path>
                <a:path w="495300" h="138429">
                  <a:moveTo>
                    <a:pt x="494887" y="77977"/>
                  </a:moveTo>
                  <a:lnTo>
                    <a:pt x="482441" y="77977"/>
                  </a:lnTo>
                  <a:lnTo>
                    <a:pt x="482441" y="85471"/>
                  </a:lnTo>
                  <a:lnTo>
                    <a:pt x="494887" y="85471"/>
                  </a:lnTo>
                  <a:lnTo>
                    <a:pt x="494887" y="77977"/>
                  </a:lnTo>
                  <a:close/>
                </a:path>
                <a:path w="495300" h="138429">
                  <a:moveTo>
                    <a:pt x="451453" y="5334"/>
                  </a:moveTo>
                  <a:lnTo>
                    <a:pt x="392525" y="5334"/>
                  </a:lnTo>
                  <a:lnTo>
                    <a:pt x="392525" y="16001"/>
                  </a:lnTo>
                  <a:lnTo>
                    <a:pt x="440658" y="16001"/>
                  </a:lnTo>
                  <a:lnTo>
                    <a:pt x="440658" y="36068"/>
                  </a:lnTo>
                  <a:lnTo>
                    <a:pt x="395319" y="36068"/>
                  </a:lnTo>
                  <a:lnTo>
                    <a:pt x="394176" y="36575"/>
                  </a:lnTo>
                  <a:lnTo>
                    <a:pt x="392906" y="38100"/>
                  </a:lnTo>
                  <a:lnTo>
                    <a:pt x="392525" y="39115"/>
                  </a:lnTo>
                  <a:lnTo>
                    <a:pt x="392652" y="75437"/>
                  </a:lnTo>
                  <a:lnTo>
                    <a:pt x="392906" y="76200"/>
                  </a:lnTo>
                  <a:lnTo>
                    <a:pt x="393541" y="76962"/>
                  </a:lnTo>
                  <a:lnTo>
                    <a:pt x="394557" y="77977"/>
                  </a:lnTo>
                  <a:lnTo>
                    <a:pt x="421735" y="77977"/>
                  </a:lnTo>
                  <a:lnTo>
                    <a:pt x="438499" y="76962"/>
                  </a:lnTo>
                  <a:lnTo>
                    <a:pt x="442944" y="76581"/>
                  </a:lnTo>
                  <a:lnTo>
                    <a:pt x="446278" y="76200"/>
                  </a:lnTo>
                  <a:lnTo>
                    <a:pt x="446474" y="76200"/>
                  </a:lnTo>
                  <a:lnTo>
                    <a:pt x="451961" y="75437"/>
                  </a:lnTo>
                  <a:lnTo>
                    <a:pt x="460597" y="74422"/>
                  </a:lnTo>
                  <a:lnTo>
                    <a:pt x="467836" y="73406"/>
                  </a:lnTo>
                  <a:lnTo>
                    <a:pt x="471392" y="72771"/>
                  </a:lnTo>
                  <a:lnTo>
                    <a:pt x="474694" y="72136"/>
                  </a:lnTo>
                  <a:lnTo>
                    <a:pt x="474694" y="66801"/>
                  </a:lnTo>
                  <a:lnTo>
                    <a:pt x="404717" y="66801"/>
                  </a:lnTo>
                  <a:lnTo>
                    <a:pt x="404717" y="46609"/>
                  </a:lnTo>
                  <a:lnTo>
                    <a:pt x="451453" y="46609"/>
                  </a:lnTo>
                  <a:lnTo>
                    <a:pt x="452850" y="45212"/>
                  </a:lnTo>
                  <a:lnTo>
                    <a:pt x="452850" y="6731"/>
                  </a:lnTo>
                  <a:lnTo>
                    <a:pt x="451453" y="5334"/>
                  </a:lnTo>
                  <a:close/>
                </a:path>
                <a:path w="495300" h="138429">
                  <a:moveTo>
                    <a:pt x="482441" y="76962"/>
                  </a:moveTo>
                  <a:lnTo>
                    <a:pt x="443833" y="76962"/>
                  </a:lnTo>
                  <a:lnTo>
                    <a:pt x="416401" y="77977"/>
                  </a:lnTo>
                  <a:lnTo>
                    <a:pt x="482441" y="77977"/>
                  </a:lnTo>
                  <a:lnTo>
                    <a:pt x="482441" y="76962"/>
                  </a:lnTo>
                  <a:close/>
                </a:path>
                <a:path w="495300" h="138429">
                  <a:moveTo>
                    <a:pt x="494887" y="0"/>
                  </a:moveTo>
                  <a:lnTo>
                    <a:pt x="482441" y="0"/>
                  </a:lnTo>
                  <a:lnTo>
                    <a:pt x="482441" y="16256"/>
                  </a:lnTo>
                  <a:lnTo>
                    <a:pt x="457549" y="16256"/>
                  </a:lnTo>
                  <a:lnTo>
                    <a:pt x="457549" y="27050"/>
                  </a:lnTo>
                  <a:lnTo>
                    <a:pt x="482441" y="27050"/>
                  </a:lnTo>
                  <a:lnTo>
                    <a:pt x="482441" y="42290"/>
                  </a:lnTo>
                  <a:lnTo>
                    <a:pt x="457549" y="42290"/>
                  </a:lnTo>
                  <a:lnTo>
                    <a:pt x="457549" y="53086"/>
                  </a:lnTo>
                  <a:lnTo>
                    <a:pt x="482441" y="53086"/>
                  </a:lnTo>
                  <a:lnTo>
                    <a:pt x="482441" y="76962"/>
                  </a:lnTo>
                  <a:lnTo>
                    <a:pt x="494887" y="76962"/>
                  </a:lnTo>
                  <a:lnTo>
                    <a:pt x="494887" y="0"/>
                  </a:lnTo>
                  <a:close/>
                </a:path>
                <a:path w="495300" h="138429">
                  <a:moveTo>
                    <a:pt x="474694" y="61213"/>
                  </a:moveTo>
                  <a:lnTo>
                    <a:pt x="429482" y="66421"/>
                  </a:lnTo>
                  <a:lnTo>
                    <a:pt x="426307" y="66421"/>
                  </a:lnTo>
                  <a:lnTo>
                    <a:pt x="404717" y="66801"/>
                  </a:lnTo>
                  <a:lnTo>
                    <a:pt x="474694" y="66801"/>
                  </a:lnTo>
                  <a:lnTo>
                    <a:pt x="474694" y="61213"/>
                  </a:lnTo>
                  <a:close/>
                </a:path>
                <a:path w="495300" h="138429">
                  <a:moveTo>
                    <a:pt x="284829" y="635"/>
                  </a:moveTo>
                  <a:lnTo>
                    <a:pt x="272510" y="635"/>
                  </a:lnTo>
                  <a:lnTo>
                    <a:pt x="272510" y="42672"/>
                  </a:lnTo>
                  <a:lnTo>
                    <a:pt x="272764" y="43687"/>
                  </a:lnTo>
                  <a:lnTo>
                    <a:pt x="273526" y="44450"/>
                  </a:lnTo>
                  <a:lnTo>
                    <a:pt x="274161" y="45212"/>
                  </a:lnTo>
                  <a:lnTo>
                    <a:pt x="275304" y="45593"/>
                  </a:lnTo>
                  <a:lnTo>
                    <a:pt x="366744" y="45593"/>
                  </a:lnTo>
                  <a:lnTo>
                    <a:pt x="366744" y="34798"/>
                  </a:lnTo>
                  <a:lnTo>
                    <a:pt x="284829" y="34798"/>
                  </a:lnTo>
                  <a:lnTo>
                    <a:pt x="284829" y="635"/>
                  </a:lnTo>
                  <a:close/>
                </a:path>
                <a:path w="495300" h="138429">
                  <a:moveTo>
                    <a:pt x="116046" y="0"/>
                  </a:moveTo>
                  <a:lnTo>
                    <a:pt x="103346" y="0"/>
                  </a:lnTo>
                  <a:lnTo>
                    <a:pt x="103346" y="135636"/>
                  </a:lnTo>
                  <a:lnTo>
                    <a:pt x="116046" y="135636"/>
                  </a:lnTo>
                  <a:lnTo>
                    <a:pt x="116046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21080" y="5952743"/>
            <a:ext cx="5634355" cy="946785"/>
          </a:xfrm>
          <a:prstGeom prst="rect">
            <a:avLst/>
          </a:prstGeom>
          <a:ln w="9525">
            <a:solidFill>
              <a:srgbClr val="DAE2F3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243204" indent="-171450">
              <a:lnSpc>
                <a:spcPct val="100000"/>
              </a:lnSpc>
              <a:spcBef>
                <a:spcPts val="905"/>
              </a:spcBef>
              <a:buFont typeface="Wingdings"/>
              <a:buChar char=""/>
              <a:tabLst>
                <a:tab pos="243204" algn="l"/>
              </a:tabLst>
            </a:pP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2025년</a:t>
            </a:r>
            <a:r>
              <a:rPr sz="1200" u="sng" spc="-5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200" u="sng" spc="-1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연간</a:t>
            </a:r>
            <a:r>
              <a:rPr sz="12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200" u="sng" spc="-1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기준</a:t>
            </a:r>
            <a:r>
              <a:rPr sz="1200" u="sng" spc="-5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200" u="sng" spc="-1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사상</a:t>
            </a:r>
            <a:r>
              <a:rPr sz="12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200" u="sng" spc="-1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최대</a:t>
            </a:r>
            <a:r>
              <a:rPr sz="1200" u="sng" spc="-6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200" u="sng" spc="-16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매출</a:t>
            </a:r>
            <a:r>
              <a:rPr sz="1200" u="sng" spc="-4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전망</a:t>
            </a:r>
            <a:endParaRPr sz="1200">
              <a:latin typeface="Malgun Gothic"/>
              <a:cs typeface="Malgun Gothic"/>
            </a:endParaRPr>
          </a:p>
          <a:p>
            <a:pPr marL="243204" indent="-171450">
              <a:lnSpc>
                <a:spcPct val="100000"/>
              </a:lnSpc>
              <a:spcBef>
                <a:spcPts val="725"/>
              </a:spcBef>
              <a:buFont typeface="Wingdings"/>
              <a:buChar char=""/>
              <a:tabLst>
                <a:tab pos="243204" algn="l"/>
              </a:tabLst>
            </a:pPr>
            <a:r>
              <a:rPr sz="1200" dirty="0">
                <a:latin typeface="Malgun Gothic"/>
                <a:cs typeface="Malgun Gothic"/>
              </a:rPr>
              <a:t>CAPEX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부담이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낮은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시공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중심의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sz="1200" spc="55" dirty="0">
                <a:latin typeface="Malgun Gothic"/>
                <a:cs typeface="Malgun Gothic"/>
              </a:rPr>
              <a:t>B2B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수익구조</a:t>
            </a:r>
            <a:endParaRPr sz="1200">
              <a:latin typeface="Malgun Gothic"/>
              <a:cs typeface="Malgun Gothic"/>
            </a:endParaRPr>
          </a:p>
          <a:p>
            <a:pPr marL="243204" indent="-17145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243204" algn="l"/>
              </a:tabLst>
            </a:pPr>
            <a:r>
              <a:rPr sz="1200" spc="-165" dirty="0">
                <a:latin typeface="Malgun Gothic"/>
                <a:cs typeface="Malgun Gothic"/>
              </a:rPr>
              <a:t>예측</a:t>
            </a:r>
            <a:r>
              <a:rPr sz="1200" spc="-5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가능한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현금흐름</a:t>
            </a:r>
            <a:r>
              <a:rPr sz="1200" spc="-3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구조</a:t>
            </a:r>
            <a:r>
              <a:rPr sz="1200" spc="-5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확립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05839" y="5527547"/>
            <a:ext cx="5634355" cy="325120"/>
            <a:chOff x="1005839" y="5527547"/>
            <a:chExt cx="5634355" cy="325120"/>
          </a:xfrm>
        </p:grpSpPr>
        <p:sp>
          <p:nvSpPr>
            <p:cNvPr id="34" name="object 34"/>
            <p:cNvSpPr/>
            <p:nvPr/>
          </p:nvSpPr>
          <p:spPr>
            <a:xfrm>
              <a:off x="1005839" y="5527547"/>
              <a:ext cx="5634355" cy="325120"/>
            </a:xfrm>
            <a:custGeom>
              <a:avLst/>
              <a:gdLst/>
              <a:ahLst/>
              <a:cxnLst/>
              <a:rect l="l" t="t" r="r" b="b"/>
              <a:pathLst>
                <a:path w="5634355" h="325120">
                  <a:moveTo>
                    <a:pt x="5634228" y="0"/>
                  </a:moveTo>
                  <a:lnTo>
                    <a:pt x="0" y="0"/>
                  </a:lnTo>
                  <a:lnTo>
                    <a:pt x="0" y="324612"/>
                  </a:lnTo>
                  <a:lnTo>
                    <a:pt x="5634228" y="324612"/>
                  </a:lnTo>
                  <a:lnTo>
                    <a:pt x="5634228" y="0"/>
                  </a:lnTo>
                  <a:close/>
                </a:path>
              </a:pathLst>
            </a:custGeom>
            <a:solidFill>
              <a:srgbClr val="DAE2F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65491" y="5607557"/>
              <a:ext cx="1525968" cy="138302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990600" y="4381499"/>
            <a:ext cx="5634355" cy="325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695">
              <a:lnSpc>
                <a:spcPts val="2105"/>
              </a:lnSpc>
            </a:pPr>
            <a:r>
              <a:rPr sz="2000" spc="-50" dirty="0">
                <a:solidFill>
                  <a:srgbClr val="7E7E7E"/>
                </a:solidFill>
                <a:latin typeface="Malgun Gothic"/>
                <a:cs typeface="Malgun Gothic"/>
              </a:rPr>
              <a:t>1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05839" y="5527547"/>
            <a:ext cx="5634355" cy="325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2085"/>
              </a:lnSpc>
            </a:pPr>
            <a:r>
              <a:rPr sz="2000" spc="-50" dirty="0">
                <a:solidFill>
                  <a:srgbClr val="7E7E7E"/>
                </a:solidFill>
                <a:latin typeface="Malgun Gothic"/>
                <a:cs typeface="Malgun Gothic"/>
              </a:rPr>
              <a:t>2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23444" y="6987540"/>
            <a:ext cx="791210" cy="2205355"/>
            <a:chOff x="123444" y="6987540"/>
            <a:chExt cx="791210" cy="2205355"/>
          </a:xfrm>
        </p:grpSpPr>
        <p:sp>
          <p:nvSpPr>
            <p:cNvPr id="39" name="object 39"/>
            <p:cNvSpPr/>
            <p:nvPr/>
          </p:nvSpPr>
          <p:spPr>
            <a:xfrm>
              <a:off x="123444" y="6987540"/>
              <a:ext cx="791210" cy="2205355"/>
            </a:xfrm>
            <a:custGeom>
              <a:avLst/>
              <a:gdLst/>
              <a:ahLst/>
              <a:cxnLst/>
              <a:rect l="l" t="t" r="r" b="b"/>
              <a:pathLst>
                <a:path w="791210" h="2205354">
                  <a:moveTo>
                    <a:pt x="790956" y="0"/>
                  </a:moveTo>
                  <a:lnTo>
                    <a:pt x="0" y="0"/>
                  </a:lnTo>
                  <a:lnTo>
                    <a:pt x="0" y="2205228"/>
                  </a:lnTo>
                  <a:lnTo>
                    <a:pt x="790956" y="2205228"/>
                  </a:lnTo>
                  <a:lnTo>
                    <a:pt x="790956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5066" y="7904734"/>
              <a:ext cx="428878" cy="13284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69468" y="8178787"/>
              <a:ext cx="509270" cy="139065"/>
            </a:xfrm>
            <a:custGeom>
              <a:avLst/>
              <a:gdLst/>
              <a:ahLst/>
              <a:cxnLst/>
              <a:rect l="l" t="t" r="r" b="b"/>
              <a:pathLst>
                <a:path w="509270" h="139065">
                  <a:moveTo>
                    <a:pt x="445439" y="92837"/>
                  </a:moveTo>
                  <a:lnTo>
                    <a:pt x="403012" y="103162"/>
                  </a:lnTo>
                  <a:lnTo>
                    <a:pt x="398919" y="108712"/>
                  </a:lnTo>
                  <a:lnTo>
                    <a:pt x="398919" y="122656"/>
                  </a:lnTo>
                  <a:lnTo>
                    <a:pt x="434822" y="138110"/>
                  </a:lnTo>
                  <a:lnTo>
                    <a:pt x="445439" y="138493"/>
                  </a:lnTo>
                  <a:lnTo>
                    <a:pt x="456082" y="138110"/>
                  </a:lnTo>
                  <a:lnTo>
                    <a:pt x="488306" y="127825"/>
                  </a:lnTo>
                  <a:lnTo>
                    <a:pt x="440347" y="127825"/>
                  </a:lnTo>
                  <a:lnTo>
                    <a:pt x="435762" y="127584"/>
                  </a:lnTo>
                  <a:lnTo>
                    <a:pt x="427647" y="126606"/>
                  </a:lnTo>
                  <a:lnTo>
                    <a:pt x="424014" y="125768"/>
                  </a:lnTo>
                  <a:lnTo>
                    <a:pt x="420839" y="124587"/>
                  </a:lnTo>
                  <a:lnTo>
                    <a:pt x="417982" y="123596"/>
                  </a:lnTo>
                  <a:lnTo>
                    <a:pt x="415772" y="122389"/>
                  </a:lnTo>
                  <a:lnTo>
                    <a:pt x="412622" y="119494"/>
                  </a:lnTo>
                  <a:lnTo>
                    <a:pt x="411835" y="117817"/>
                  </a:lnTo>
                  <a:lnTo>
                    <a:pt x="411835" y="113919"/>
                  </a:lnTo>
                  <a:lnTo>
                    <a:pt x="436130" y="103352"/>
                  </a:lnTo>
                  <a:lnTo>
                    <a:pt x="488000" y="103352"/>
                  </a:lnTo>
                  <a:lnTo>
                    <a:pt x="487857" y="103162"/>
                  </a:lnTo>
                  <a:lnTo>
                    <a:pt x="479653" y="99034"/>
                  </a:lnTo>
                  <a:lnTo>
                    <a:pt x="472900" y="96324"/>
                  </a:lnTo>
                  <a:lnTo>
                    <a:pt x="464947" y="94387"/>
                  </a:lnTo>
                  <a:lnTo>
                    <a:pt x="455793" y="93224"/>
                  </a:lnTo>
                  <a:lnTo>
                    <a:pt x="445439" y="92837"/>
                  </a:lnTo>
                  <a:close/>
                </a:path>
                <a:path w="509270" h="139065">
                  <a:moveTo>
                    <a:pt x="488000" y="103352"/>
                  </a:moveTo>
                  <a:lnTo>
                    <a:pt x="445439" y="103352"/>
                  </a:lnTo>
                  <a:lnTo>
                    <a:pt x="452199" y="103568"/>
                  </a:lnTo>
                  <a:lnTo>
                    <a:pt x="458725" y="104216"/>
                  </a:lnTo>
                  <a:lnTo>
                    <a:pt x="465015" y="105292"/>
                  </a:lnTo>
                  <a:lnTo>
                    <a:pt x="471068" y="106794"/>
                  </a:lnTo>
                  <a:lnTo>
                    <a:pt x="476389" y="108712"/>
                  </a:lnTo>
                  <a:lnTo>
                    <a:pt x="479044" y="111747"/>
                  </a:lnTo>
                  <a:lnTo>
                    <a:pt x="479032" y="117817"/>
                  </a:lnTo>
                  <a:lnTo>
                    <a:pt x="478242" y="119494"/>
                  </a:lnTo>
                  <a:lnTo>
                    <a:pt x="475071" y="122389"/>
                  </a:lnTo>
                  <a:lnTo>
                    <a:pt x="472859" y="123596"/>
                  </a:lnTo>
                  <a:lnTo>
                    <a:pt x="469988" y="124587"/>
                  </a:lnTo>
                  <a:lnTo>
                    <a:pt x="468439" y="125171"/>
                  </a:lnTo>
                  <a:lnTo>
                    <a:pt x="466458" y="125768"/>
                  </a:lnTo>
                  <a:lnTo>
                    <a:pt x="463079" y="126606"/>
                  </a:lnTo>
                  <a:lnTo>
                    <a:pt x="461225" y="126911"/>
                  </a:lnTo>
                  <a:lnTo>
                    <a:pt x="453592" y="127584"/>
                  </a:lnTo>
                  <a:lnTo>
                    <a:pt x="453137" y="127584"/>
                  </a:lnTo>
                  <a:lnTo>
                    <a:pt x="449441" y="127825"/>
                  </a:lnTo>
                  <a:lnTo>
                    <a:pt x="488306" y="127825"/>
                  </a:lnTo>
                  <a:lnTo>
                    <a:pt x="491942" y="122656"/>
                  </a:lnTo>
                  <a:lnTo>
                    <a:pt x="491959" y="108712"/>
                  </a:lnTo>
                  <a:lnTo>
                    <a:pt x="491350" y="107823"/>
                  </a:lnTo>
                  <a:lnTo>
                    <a:pt x="488000" y="103352"/>
                  </a:lnTo>
                  <a:close/>
                </a:path>
                <a:path w="509270" h="139065">
                  <a:moveTo>
                    <a:pt x="489724" y="292"/>
                  </a:moveTo>
                  <a:lnTo>
                    <a:pt x="477253" y="292"/>
                  </a:lnTo>
                  <a:lnTo>
                    <a:pt x="477253" y="94387"/>
                  </a:lnTo>
                  <a:lnTo>
                    <a:pt x="489724" y="94387"/>
                  </a:lnTo>
                  <a:lnTo>
                    <a:pt x="489724" y="54762"/>
                  </a:lnTo>
                  <a:lnTo>
                    <a:pt x="509003" y="54762"/>
                  </a:lnTo>
                  <a:lnTo>
                    <a:pt x="509003" y="43649"/>
                  </a:lnTo>
                  <a:lnTo>
                    <a:pt x="489724" y="43649"/>
                  </a:lnTo>
                  <a:lnTo>
                    <a:pt x="489724" y="292"/>
                  </a:lnTo>
                  <a:close/>
                </a:path>
                <a:path w="509270" h="139065">
                  <a:moveTo>
                    <a:pt x="437451" y="31089"/>
                  </a:moveTo>
                  <a:lnTo>
                    <a:pt x="416928" y="31089"/>
                  </a:lnTo>
                  <a:lnTo>
                    <a:pt x="408901" y="32842"/>
                  </a:lnTo>
                  <a:lnTo>
                    <a:pt x="397323" y="39865"/>
                  </a:lnTo>
                  <a:lnTo>
                    <a:pt x="394436" y="44297"/>
                  </a:lnTo>
                  <a:lnTo>
                    <a:pt x="394480" y="54762"/>
                  </a:lnTo>
                  <a:lnTo>
                    <a:pt x="396862" y="58864"/>
                  </a:lnTo>
                  <a:lnTo>
                    <a:pt x="406590" y="65493"/>
                  </a:lnTo>
                  <a:lnTo>
                    <a:pt x="412927" y="67386"/>
                  </a:lnTo>
                  <a:lnTo>
                    <a:pt x="420750" y="67843"/>
                  </a:lnTo>
                  <a:lnTo>
                    <a:pt x="420750" y="77139"/>
                  </a:lnTo>
                  <a:lnTo>
                    <a:pt x="382016" y="77139"/>
                  </a:lnTo>
                  <a:lnTo>
                    <a:pt x="382016" y="87807"/>
                  </a:lnTo>
                  <a:lnTo>
                    <a:pt x="411203" y="87807"/>
                  </a:lnTo>
                  <a:lnTo>
                    <a:pt x="438696" y="87350"/>
                  </a:lnTo>
                  <a:lnTo>
                    <a:pt x="448090" y="86967"/>
                  </a:lnTo>
                  <a:lnTo>
                    <a:pt x="457433" y="86256"/>
                  </a:lnTo>
                  <a:lnTo>
                    <a:pt x="466726" y="85219"/>
                  </a:lnTo>
                  <a:lnTo>
                    <a:pt x="475970" y="83858"/>
                  </a:lnTo>
                  <a:lnTo>
                    <a:pt x="475970" y="76835"/>
                  </a:lnTo>
                  <a:lnTo>
                    <a:pt x="433514" y="76835"/>
                  </a:lnTo>
                  <a:lnTo>
                    <a:pt x="433514" y="67843"/>
                  </a:lnTo>
                  <a:lnTo>
                    <a:pt x="441101" y="67386"/>
                  </a:lnTo>
                  <a:lnTo>
                    <a:pt x="441269" y="67386"/>
                  </a:lnTo>
                  <a:lnTo>
                    <a:pt x="447675" y="65493"/>
                  </a:lnTo>
                  <a:lnTo>
                    <a:pt x="457517" y="58864"/>
                  </a:lnTo>
                  <a:lnTo>
                    <a:pt x="458113" y="57848"/>
                  </a:lnTo>
                  <a:lnTo>
                    <a:pt x="420547" y="57848"/>
                  </a:lnTo>
                  <a:lnTo>
                    <a:pt x="415442" y="57048"/>
                  </a:lnTo>
                  <a:lnTo>
                    <a:pt x="408368" y="53822"/>
                  </a:lnTo>
                  <a:lnTo>
                    <a:pt x="406603" y="51993"/>
                  </a:lnTo>
                  <a:lnTo>
                    <a:pt x="406603" y="47713"/>
                  </a:lnTo>
                  <a:lnTo>
                    <a:pt x="408369" y="45707"/>
                  </a:lnTo>
                  <a:lnTo>
                    <a:pt x="415480" y="42189"/>
                  </a:lnTo>
                  <a:lnTo>
                    <a:pt x="420573" y="41313"/>
                  </a:lnTo>
                  <a:lnTo>
                    <a:pt x="458018" y="41313"/>
                  </a:lnTo>
                  <a:lnTo>
                    <a:pt x="457072" y="39865"/>
                  </a:lnTo>
                  <a:lnTo>
                    <a:pt x="445477" y="32842"/>
                  </a:lnTo>
                  <a:lnTo>
                    <a:pt x="437451" y="31089"/>
                  </a:lnTo>
                  <a:close/>
                </a:path>
                <a:path w="509270" h="139065">
                  <a:moveTo>
                    <a:pt x="475970" y="73253"/>
                  </a:moveTo>
                  <a:lnTo>
                    <a:pt x="437276" y="76835"/>
                  </a:lnTo>
                  <a:lnTo>
                    <a:pt x="475970" y="76835"/>
                  </a:lnTo>
                  <a:lnTo>
                    <a:pt x="475970" y="73253"/>
                  </a:lnTo>
                  <a:close/>
                </a:path>
                <a:path w="509270" h="139065">
                  <a:moveTo>
                    <a:pt x="458018" y="41313"/>
                  </a:moveTo>
                  <a:lnTo>
                    <a:pt x="433806" y="41313"/>
                  </a:lnTo>
                  <a:lnTo>
                    <a:pt x="438899" y="42189"/>
                  </a:lnTo>
                  <a:lnTo>
                    <a:pt x="446024" y="45707"/>
                  </a:lnTo>
                  <a:lnTo>
                    <a:pt x="447802" y="47713"/>
                  </a:lnTo>
                  <a:lnTo>
                    <a:pt x="447789" y="51993"/>
                  </a:lnTo>
                  <a:lnTo>
                    <a:pt x="445958" y="53822"/>
                  </a:lnTo>
                  <a:lnTo>
                    <a:pt x="442709" y="55283"/>
                  </a:lnTo>
                  <a:lnTo>
                    <a:pt x="438891" y="57048"/>
                  </a:lnTo>
                  <a:lnTo>
                    <a:pt x="438692" y="57048"/>
                  </a:lnTo>
                  <a:lnTo>
                    <a:pt x="433831" y="57848"/>
                  </a:lnTo>
                  <a:lnTo>
                    <a:pt x="458113" y="57848"/>
                  </a:lnTo>
                  <a:lnTo>
                    <a:pt x="459923" y="54762"/>
                  </a:lnTo>
                  <a:lnTo>
                    <a:pt x="459968" y="44297"/>
                  </a:lnTo>
                  <a:lnTo>
                    <a:pt x="458018" y="41313"/>
                  </a:lnTo>
                  <a:close/>
                </a:path>
                <a:path w="509270" h="139065">
                  <a:moveTo>
                    <a:pt x="464756" y="17030"/>
                  </a:moveTo>
                  <a:lnTo>
                    <a:pt x="388302" y="17030"/>
                  </a:lnTo>
                  <a:lnTo>
                    <a:pt x="388302" y="27254"/>
                  </a:lnTo>
                  <a:lnTo>
                    <a:pt x="464756" y="27254"/>
                  </a:lnTo>
                  <a:lnTo>
                    <a:pt x="464756" y="17030"/>
                  </a:lnTo>
                  <a:close/>
                </a:path>
                <a:path w="509270" h="139065">
                  <a:moveTo>
                    <a:pt x="446811" y="0"/>
                  </a:moveTo>
                  <a:lnTo>
                    <a:pt x="406844" y="0"/>
                  </a:lnTo>
                  <a:lnTo>
                    <a:pt x="406844" y="10363"/>
                  </a:lnTo>
                  <a:lnTo>
                    <a:pt x="446811" y="10363"/>
                  </a:lnTo>
                  <a:lnTo>
                    <a:pt x="446811" y="0"/>
                  </a:lnTo>
                  <a:close/>
                </a:path>
                <a:path w="509270" h="139065">
                  <a:moveTo>
                    <a:pt x="293712" y="91338"/>
                  </a:moveTo>
                  <a:lnTo>
                    <a:pt x="281101" y="91338"/>
                  </a:lnTo>
                  <a:lnTo>
                    <a:pt x="281101" y="130276"/>
                  </a:lnTo>
                  <a:lnTo>
                    <a:pt x="281444" y="131394"/>
                  </a:lnTo>
                  <a:lnTo>
                    <a:pt x="282803" y="132765"/>
                  </a:lnTo>
                  <a:lnTo>
                    <a:pt x="283921" y="133108"/>
                  </a:lnTo>
                  <a:lnTo>
                    <a:pt x="372795" y="133108"/>
                  </a:lnTo>
                  <a:lnTo>
                    <a:pt x="372795" y="122135"/>
                  </a:lnTo>
                  <a:lnTo>
                    <a:pt x="293712" y="122135"/>
                  </a:lnTo>
                  <a:lnTo>
                    <a:pt x="293712" y="91338"/>
                  </a:lnTo>
                  <a:close/>
                </a:path>
                <a:path w="509270" h="139065">
                  <a:moveTo>
                    <a:pt x="332828" y="66065"/>
                  </a:moveTo>
                  <a:lnTo>
                    <a:pt x="332828" y="77343"/>
                  </a:lnTo>
                  <a:lnTo>
                    <a:pt x="356146" y="77343"/>
                  </a:lnTo>
                  <a:lnTo>
                    <a:pt x="356146" y="101866"/>
                  </a:lnTo>
                  <a:lnTo>
                    <a:pt x="368617" y="101866"/>
                  </a:lnTo>
                  <a:lnTo>
                    <a:pt x="368617" y="66217"/>
                  </a:lnTo>
                  <a:lnTo>
                    <a:pt x="356146" y="66217"/>
                  </a:lnTo>
                  <a:lnTo>
                    <a:pt x="332828" y="66065"/>
                  </a:lnTo>
                  <a:close/>
                </a:path>
                <a:path w="509270" h="139065">
                  <a:moveTo>
                    <a:pt x="305304" y="37515"/>
                  </a:moveTo>
                  <a:lnTo>
                    <a:pt x="289826" y="37515"/>
                  </a:lnTo>
                  <a:lnTo>
                    <a:pt x="283403" y="38693"/>
                  </a:lnTo>
                  <a:lnTo>
                    <a:pt x="277663" y="40725"/>
                  </a:lnTo>
                  <a:lnTo>
                    <a:pt x="272816" y="43573"/>
                  </a:lnTo>
                  <a:lnTo>
                    <a:pt x="266966" y="47904"/>
                  </a:lnTo>
                  <a:lnTo>
                    <a:pt x="264135" y="53530"/>
                  </a:lnTo>
                  <a:lnTo>
                    <a:pt x="264153" y="68732"/>
                  </a:lnTo>
                  <a:lnTo>
                    <a:pt x="297573" y="85115"/>
                  </a:lnTo>
                  <a:lnTo>
                    <a:pt x="305074" y="84713"/>
                  </a:lnTo>
                  <a:lnTo>
                    <a:pt x="311691" y="83507"/>
                  </a:lnTo>
                  <a:lnTo>
                    <a:pt x="317424" y="81498"/>
                  </a:lnTo>
                  <a:lnTo>
                    <a:pt x="322275" y="78689"/>
                  </a:lnTo>
                  <a:lnTo>
                    <a:pt x="328085" y="74447"/>
                  </a:lnTo>
                  <a:lnTo>
                    <a:pt x="290982" y="74447"/>
                  </a:lnTo>
                  <a:lnTo>
                    <a:pt x="285877" y="73291"/>
                  </a:lnTo>
                  <a:lnTo>
                    <a:pt x="278724" y="68732"/>
                  </a:lnTo>
                  <a:lnTo>
                    <a:pt x="278542" y="68516"/>
                  </a:lnTo>
                  <a:lnTo>
                    <a:pt x="276870" y="65430"/>
                  </a:lnTo>
                  <a:lnTo>
                    <a:pt x="276821" y="56794"/>
                  </a:lnTo>
                  <a:lnTo>
                    <a:pt x="278513" y="53721"/>
                  </a:lnTo>
                  <a:lnTo>
                    <a:pt x="278618" y="53530"/>
                  </a:lnTo>
                  <a:lnTo>
                    <a:pt x="285877" y="48895"/>
                  </a:lnTo>
                  <a:lnTo>
                    <a:pt x="290982" y="47739"/>
                  </a:lnTo>
                  <a:lnTo>
                    <a:pt x="327931" y="47739"/>
                  </a:lnTo>
                  <a:lnTo>
                    <a:pt x="322287" y="43573"/>
                  </a:lnTo>
                  <a:lnTo>
                    <a:pt x="317449" y="40725"/>
                  </a:lnTo>
                  <a:lnTo>
                    <a:pt x="311716" y="38693"/>
                  </a:lnTo>
                  <a:lnTo>
                    <a:pt x="305304" y="37515"/>
                  </a:lnTo>
                  <a:close/>
                </a:path>
                <a:path w="509270" h="139065">
                  <a:moveTo>
                    <a:pt x="327931" y="47739"/>
                  </a:moveTo>
                  <a:lnTo>
                    <a:pt x="304139" y="47739"/>
                  </a:lnTo>
                  <a:lnTo>
                    <a:pt x="309245" y="48895"/>
                  </a:lnTo>
                  <a:lnTo>
                    <a:pt x="316509" y="53530"/>
                  </a:lnTo>
                  <a:lnTo>
                    <a:pt x="318325" y="56794"/>
                  </a:lnTo>
                  <a:lnTo>
                    <a:pt x="318325" y="65430"/>
                  </a:lnTo>
                  <a:lnTo>
                    <a:pt x="316687" y="68516"/>
                  </a:lnTo>
                  <a:lnTo>
                    <a:pt x="316572" y="68732"/>
                  </a:lnTo>
                  <a:lnTo>
                    <a:pt x="309239" y="73291"/>
                  </a:lnTo>
                  <a:lnTo>
                    <a:pt x="304139" y="74447"/>
                  </a:lnTo>
                  <a:lnTo>
                    <a:pt x="328130" y="74447"/>
                  </a:lnTo>
                  <a:lnTo>
                    <a:pt x="330975" y="68732"/>
                  </a:lnTo>
                  <a:lnTo>
                    <a:pt x="330992" y="53530"/>
                  </a:lnTo>
                  <a:lnTo>
                    <a:pt x="328155" y="47904"/>
                  </a:lnTo>
                  <a:lnTo>
                    <a:pt x="327931" y="47739"/>
                  </a:lnTo>
                  <a:close/>
                </a:path>
                <a:path w="509270" h="139065">
                  <a:moveTo>
                    <a:pt x="368617" y="292"/>
                  </a:moveTo>
                  <a:lnTo>
                    <a:pt x="356146" y="292"/>
                  </a:lnTo>
                  <a:lnTo>
                    <a:pt x="356146" y="37515"/>
                  </a:lnTo>
                  <a:lnTo>
                    <a:pt x="332828" y="37515"/>
                  </a:lnTo>
                  <a:lnTo>
                    <a:pt x="332828" y="48488"/>
                  </a:lnTo>
                  <a:lnTo>
                    <a:pt x="356146" y="48488"/>
                  </a:lnTo>
                  <a:lnTo>
                    <a:pt x="356146" y="66217"/>
                  </a:lnTo>
                  <a:lnTo>
                    <a:pt x="368617" y="66217"/>
                  </a:lnTo>
                  <a:lnTo>
                    <a:pt x="368617" y="292"/>
                  </a:lnTo>
                  <a:close/>
                </a:path>
                <a:path w="509270" h="139065">
                  <a:moveTo>
                    <a:pt x="297573" y="37071"/>
                  </a:moveTo>
                  <a:lnTo>
                    <a:pt x="289307" y="37515"/>
                  </a:lnTo>
                  <a:lnTo>
                    <a:pt x="305820" y="37515"/>
                  </a:lnTo>
                  <a:lnTo>
                    <a:pt x="297573" y="37071"/>
                  </a:lnTo>
                  <a:close/>
                </a:path>
                <a:path w="509270" h="139065">
                  <a:moveTo>
                    <a:pt x="337223" y="20472"/>
                  </a:moveTo>
                  <a:lnTo>
                    <a:pt x="258076" y="20472"/>
                  </a:lnTo>
                  <a:lnTo>
                    <a:pt x="258076" y="31292"/>
                  </a:lnTo>
                  <a:lnTo>
                    <a:pt x="337223" y="31292"/>
                  </a:lnTo>
                  <a:lnTo>
                    <a:pt x="337223" y="20472"/>
                  </a:lnTo>
                  <a:close/>
                </a:path>
                <a:path w="509270" h="139065">
                  <a:moveTo>
                    <a:pt x="318376" y="292"/>
                  </a:moveTo>
                  <a:lnTo>
                    <a:pt x="276009" y="292"/>
                  </a:lnTo>
                  <a:lnTo>
                    <a:pt x="276009" y="11112"/>
                  </a:lnTo>
                  <a:lnTo>
                    <a:pt x="318376" y="11112"/>
                  </a:lnTo>
                  <a:lnTo>
                    <a:pt x="318376" y="292"/>
                  </a:lnTo>
                  <a:close/>
                </a:path>
                <a:path w="509270" h="139065">
                  <a:moveTo>
                    <a:pt x="195770" y="87363"/>
                  </a:moveTo>
                  <a:lnTo>
                    <a:pt x="183159" y="87363"/>
                  </a:lnTo>
                  <a:lnTo>
                    <a:pt x="183159" y="135953"/>
                  </a:lnTo>
                  <a:lnTo>
                    <a:pt x="195770" y="135953"/>
                  </a:lnTo>
                  <a:lnTo>
                    <a:pt x="195770" y="87363"/>
                  </a:lnTo>
                  <a:close/>
                </a:path>
                <a:path w="509270" h="139065">
                  <a:moveTo>
                    <a:pt x="251244" y="76390"/>
                  </a:moveTo>
                  <a:lnTo>
                    <a:pt x="126492" y="76390"/>
                  </a:lnTo>
                  <a:lnTo>
                    <a:pt x="126492" y="87363"/>
                  </a:lnTo>
                  <a:lnTo>
                    <a:pt x="251244" y="87363"/>
                  </a:lnTo>
                  <a:lnTo>
                    <a:pt x="251244" y="76390"/>
                  </a:lnTo>
                  <a:close/>
                </a:path>
                <a:path w="509270" h="139065">
                  <a:moveTo>
                    <a:pt x="69138" y="85559"/>
                  </a:moveTo>
                  <a:lnTo>
                    <a:pt x="56514" y="85559"/>
                  </a:lnTo>
                  <a:lnTo>
                    <a:pt x="56514" y="135953"/>
                  </a:lnTo>
                  <a:lnTo>
                    <a:pt x="69138" y="135953"/>
                  </a:lnTo>
                  <a:lnTo>
                    <a:pt x="69138" y="85559"/>
                  </a:lnTo>
                  <a:close/>
                </a:path>
                <a:path w="509270" h="139065">
                  <a:moveTo>
                    <a:pt x="124752" y="74599"/>
                  </a:moveTo>
                  <a:lnTo>
                    <a:pt x="0" y="74599"/>
                  </a:lnTo>
                  <a:lnTo>
                    <a:pt x="0" y="85559"/>
                  </a:lnTo>
                  <a:lnTo>
                    <a:pt x="124752" y="85559"/>
                  </a:lnTo>
                  <a:lnTo>
                    <a:pt x="124752" y="74599"/>
                  </a:lnTo>
                  <a:close/>
                </a:path>
                <a:path w="509270" h="139065">
                  <a:moveTo>
                    <a:pt x="195326" y="16344"/>
                  </a:moveTo>
                  <a:lnTo>
                    <a:pt x="182257" y="16344"/>
                  </a:lnTo>
                  <a:lnTo>
                    <a:pt x="182151" y="20497"/>
                  </a:lnTo>
                  <a:lnTo>
                    <a:pt x="180975" y="24168"/>
                  </a:lnTo>
                  <a:lnTo>
                    <a:pt x="146558" y="50736"/>
                  </a:lnTo>
                  <a:lnTo>
                    <a:pt x="132334" y="54724"/>
                  </a:lnTo>
                  <a:lnTo>
                    <a:pt x="140703" y="64338"/>
                  </a:lnTo>
                  <a:lnTo>
                    <a:pt x="177023" y="47316"/>
                  </a:lnTo>
                  <a:lnTo>
                    <a:pt x="188887" y="31445"/>
                  </a:lnTo>
                  <a:lnTo>
                    <a:pt x="201000" y="31445"/>
                  </a:lnTo>
                  <a:lnTo>
                    <a:pt x="196634" y="24625"/>
                  </a:lnTo>
                  <a:lnTo>
                    <a:pt x="195326" y="20497"/>
                  </a:lnTo>
                  <a:lnTo>
                    <a:pt x="195326" y="16344"/>
                  </a:lnTo>
                  <a:close/>
                </a:path>
                <a:path w="509270" h="139065">
                  <a:moveTo>
                    <a:pt x="201000" y="31445"/>
                  </a:moveTo>
                  <a:lnTo>
                    <a:pt x="188887" y="31445"/>
                  </a:lnTo>
                  <a:lnTo>
                    <a:pt x="195342" y="41987"/>
                  </a:lnTo>
                  <a:lnTo>
                    <a:pt x="205524" y="50982"/>
                  </a:lnTo>
                  <a:lnTo>
                    <a:pt x="219430" y="58432"/>
                  </a:lnTo>
                  <a:lnTo>
                    <a:pt x="237058" y="64338"/>
                  </a:lnTo>
                  <a:lnTo>
                    <a:pt x="244957" y="54533"/>
                  </a:lnTo>
                  <a:lnTo>
                    <a:pt x="238036" y="52920"/>
                  </a:lnTo>
                  <a:lnTo>
                    <a:pt x="231840" y="50982"/>
                  </a:lnTo>
                  <a:lnTo>
                    <a:pt x="201879" y="32816"/>
                  </a:lnTo>
                  <a:lnTo>
                    <a:pt x="201000" y="31445"/>
                  </a:lnTo>
                  <a:close/>
                </a:path>
                <a:path w="509270" h="139065">
                  <a:moveTo>
                    <a:pt x="235838" y="5372"/>
                  </a:moveTo>
                  <a:lnTo>
                    <a:pt x="142049" y="5372"/>
                  </a:lnTo>
                  <a:lnTo>
                    <a:pt x="142049" y="16344"/>
                  </a:lnTo>
                  <a:lnTo>
                    <a:pt x="235838" y="16344"/>
                  </a:lnTo>
                  <a:lnTo>
                    <a:pt x="235838" y="5372"/>
                  </a:lnTo>
                  <a:close/>
                </a:path>
                <a:path w="509270" h="139065">
                  <a:moveTo>
                    <a:pt x="68834" y="3733"/>
                  </a:moveTo>
                  <a:lnTo>
                    <a:pt x="55765" y="3733"/>
                  </a:lnTo>
                  <a:lnTo>
                    <a:pt x="55765" y="16827"/>
                  </a:lnTo>
                  <a:lnTo>
                    <a:pt x="54602" y="21094"/>
                  </a:lnTo>
                  <a:lnTo>
                    <a:pt x="20167" y="48310"/>
                  </a:lnTo>
                  <a:lnTo>
                    <a:pt x="5266" y="52451"/>
                  </a:lnTo>
                  <a:lnTo>
                    <a:pt x="5957" y="52451"/>
                  </a:lnTo>
                  <a:lnTo>
                    <a:pt x="14211" y="62395"/>
                  </a:lnTo>
                  <a:lnTo>
                    <a:pt x="19977" y="60871"/>
                  </a:lnTo>
                  <a:lnTo>
                    <a:pt x="25336" y="59055"/>
                  </a:lnTo>
                  <a:lnTo>
                    <a:pt x="58800" y="36779"/>
                  </a:lnTo>
                  <a:lnTo>
                    <a:pt x="62369" y="29057"/>
                  </a:lnTo>
                  <a:lnTo>
                    <a:pt x="74791" y="29057"/>
                  </a:lnTo>
                  <a:lnTo>
                    <a:pt x="70078" y="21094"/>
                  </a:lnTo>
                  <a:lnTo>
                    <a:pt x="68923" y="16827"/>
                  </a:lnTo>
                  <a:lnTo>
                    <a:pt x="68834" y="3733"/>
                  </a:lnTo>
                  <a:close/>
                </a:path>
                <a:path w="509270" h="139065">
                  <a:moveTo>
                    <a:pt x="74791" y="29057"/>
                  </a:moveTo>
                  <a:lnTo>
                    <a:pt x="62369" y="29057"/>
                  </a:lnTo>
                  <a:lnTo>
                    <a:pt x="63271" y="32766"/>
                  </a:lnTo>
                  <a:lnTo>
                    <a:pt x="65404" y="36423"/>
                  </a:lnTo>
                  <a:lnTo>
                    <a:pt x="72136" y="43675"/>
                  </a:lnTo>
                  <a:lnTo>
                    <a:pt x="75730" y="46672"/>
                  </a:lnTo>
                  <a:lnTo>
                    <a:pt x="79540" y="49034"/>
                  </a:lnTo>
                  <a:lnTo>
                    <a:pt x="83786" y="51955"/>
                  </a:lnTo>
                  <a:lnTo>
                    <a:pt x="110591" y="62395"/>
                  </a:lnTo>
                  <a:lnTo>
                    <a:pt x="118465" y="51955"/>
                  </a:lnTo>
                  <a:lnTo>
                    <a:pt x="110909" y="50266"/>
                  </a:lnTo>
                  <a:lnTo>
                    <a:pt x="104190" y="48145"/>
                  </a:lnTo>
                  <a:lnTo>
                    <a:pt x="75069" y="29527"/>
                  </a:lnTo>
                  <a:lnTo>
                    <a:pt x="74791" y="29057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02791" y="7067369"/>
            <a:ext cx="5634355" cy="1646417"/>
          </a:xfrm>
          <a:prstGeom prst="rect">
            <a:avLst/>
          </a:prstGeom>
          <a:ln w="9525">
            <a:solidFill>
              <a:srgbClr val="DAE2F3"/>
            </a:solidFill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marL="243840" indent="-171450">
              <a:lnSpc>
                <a:spcPct val="100000"/>
              </a:lnSpc>
              <a:buFont typeface="Wingdings"/>
              <a:buChar char=""/>
              <a:tabLst>
                <a:tab pos="243840" algn="l"/>
              </a:tabLst>
            </a:pPr>
            <a:r>
              <a:rPr sz="1200" spc="-165" dirty="0" err="1">
                <a:latin typeface="Malgun Gothic"/>
                <a:cs typeface="Malgun Gothic"/>
              </a:rPr>
              <a:t>현대건설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5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아파트</a:t>
            </a:r>
            <a:r>
              <a:rPr sz="1200" spc="-50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단지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공조소화</a:t>
            </a:r>
            <a:r>
              <a:rPr sz="1200" spc="-30" dirty="0">
                <a:latin typeface="Malgun Gothic"/>
                <a:cs typeface="Malgun Gothic"/>
              </a:rPr>
              <a:t> </a:t>
            </a:r>
            <a:r>
              <a:rPr sz="1200" spc="-90" dirty="0">
                <a:latin typeface="Malgun Gothic"/>
                <a:cs typeface="Malgun Gothic"/>
              </a:rPr>
              <a:t>설비,</a:t>
            </a:r>
            <a:r>
              <a:rPr sz="1200" spc="-5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125억원</a:t>
            </a:r>
            <a:endParaRPr sz="1200" dirty="0">
              <a:latin typeface="Malgun Gothic"/>
              <a:cs typeface="Malgun Gothic"/>
            </a:endParaRPr>
          </a:p>
          <a:p>
            <a:pPr marL="243840" indent="-17145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243840" algn="l"/>
              </a:tabLst>
            </a:pPr>
            <a:r>
              <a:rPr sz="1200" spc="-165" dirty="0">
                <a:latin typeface="Malgun Gothic"/>
                <a:cs typeface="Malgun Gothic"/>
              </a:rPr>
              <a:t>대우건설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5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아파트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-165" dirty="0">
                <a:latin typeface="Malgun Gothic"/>
                <a:cs typeface="Malgun Gothic"/>
              </a:rPr>
              <a:t>단지</a:t>
            </a:r>
            <a:r>
              <a:rPr sz="1200" spc="-50" dirty="0">
                <a:latin typeface="Malgun Gothic"/>
                <a:cs typeface="Malgun Gothic"/>
              </a:rPr>
              <a:t> </a:t>
            </a:r>
            <a:r>
              <a:rPr sz="1200" spc="-120" dirty="0">
                <a:latin typeface="Malgun Gothic"/>
                <a:cs typeface="Malgun Gothic"/>
              </a:rPr>
              <a:t>기계설비,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103억원</a:t>
            </a:r>
            <a:endParaRPr sz="1200" dirty="0">
              <a:latin typeface="Malgun Gothic"/>
              <a:cs typeface="Malgun Gothic"/>
            </a:endParaRPr>
          </a:p>
          <a:p>
            <a:pPr marL="243840" indent="-17145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243840" algn="l"/>
              </a:tabLst>
            </a:pPr>
            <a:r>
              <a:rPr sz="1200" spc="-170" dirty="0">
                <a:latin typeface="Malgun Gothic"/>
                <a:cs typeface="Malgun Gothic"/>
              </a:rPr>
              <a:t>신흥동지역주택조합</a:t>
            </a:r>
            <a:r>
              <a:rPr sz="1200" spc="35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-135" dirty="0">
                <a:latin typeface="Malgun Gothic"/>
                <a:cs typeface="Malgun Gothic"/>
              </a:rPr>
              <a:t>소방기계설비,</a:t>
            </a:r>
            <a:r>
              <a:rPr sz="1200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93억원</a:t>
            </a:r>
            <a:endParaRPr sz="1200" dirty="0">
              <a:latin typeface="Malgun Gothic"/>
              <a:cs typeface="Malgun Gothic"/>
            </a:endParaRPr>
          </a:p>
          <a:p>
            <a:pPr marL="243840" indent="-17145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243840" algn="l"/>
              </a:tabLst>
            </a:pPr>
            <a:r>
              <a:rPr sz="1200" spc="-170" dirty="0">
                <a:latin typeface="Malgun Gothic"/>
                <a:cs typeface="Malgun Gothic"/>
              </a:rPr>
              <a:t>제이케이도시개발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35" dirty="0">
                <a:latin typeface="Malgun Gothic"/>
                <a:cs typeface="Malgun Gothic"/>
              </a:rPr>
              <a:t> </a:t>
            </a:r>
            <a:r>
              <a:rPr sz="1200" spc="-120" dirty="0">
                <a:latin typeface="Malgun Gothic"/>
                <a:cs typeface="Malgun Gothic"/>
              </a:rPr>
              <a:t>소화설비,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75억원</a:t>
            </a:r>
            <a:endParaRPr sz="1200" dirty="0">
              <a:latin typeface="Malgun Gothic"/>
              <a:cs typeface="Malgun Gothic"/>
            </a:endParaRPr>
          </a:p>
          <a:p>
            <a:pPr marL="243840" indent="-17145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243840" algn="l"/>
              </a:tabLst>
            </a:pPr>
            <a:r>
              <a:rPr sz="1200" spc="-165" dirty="0">
                <a:latin typeface="Malgun Gothic"/>
                <a:cs typeface="Malgun Gothic"/>
              </a:rPr>
              <a:t>대우건설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114" dirty="0">
                <a:latin typeface="Malgun Gothic"/>
                <a:cs typeface="Malgun Gothic"/>
              </a:rPr>
              <a:t>:</a:t>
            </a:r>
            <a:r>
              <a:rPr sz="1200" spc="-55" dirty="0">
                <a:latin typeface="Malgun Gothic"/>
                <a:cs typeface="Malgun Gothic"/>
              </a:rPr>
              <a:t> </a:t>
            </a:r>
            <a:r>
              <a:rPr sz="1200" spc="-160" dirty="0">
                <a:latin typeface="Malgun Gothic"/>
                <a:cs typeface="Malgun Gothic"/>
              </a:rPr>
              <a:t>아파트단지</a:t>
            </a:r>
            <a:r>
              <a:rPr sz="1200" spc="-45" dirty="0">
                <a:latin typeface="Malgun Gothic"/>
                <a:cs typeface="Malgun Gothic"/>
              </a:rPr>
              <a:t> </a:t>
            </a:r>
            <a:r>
              <a:rPr sz="1200" spc="-120" dirty="0">
                <a:latin typeface="Malgun Gothic"/>
                <a:cs typeface="Malgun Gothic"/>
              </a:rPr>
              <a:t>소방설비,</a:t>
            </a:r>
            <a:r>
              <a:rPr sz="1200" spc="-30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73억원</a:t>
            </a:r>
            <a:endParaRPr lang="en-US" sz="1200" spc="-20" dirty="0">
              <a:latin typeface="Malgun Gothic"/>
              <a:cs typeface="Malgun Gothic"/>
            </a:endParaRPr>
          </a:p>
          <a:p>
            <a:pPr marL="243840" indent="-171450">
              <a:lnSpc>
                <a:spcPct val="100000"/>
              </a:lnSpc>
              <a:spcBef>
                <a:spcPts val="720"/>
              </a:spcBef>
              <a:buFont typeface="Wingdings"/>
              <a:buChar char=""/>
              <a:tabLst>
                <a:tab pos="243840" algn="l"/>
              </a:tabLst>
            </a:pPr>
            <a:r>
              <a:rPr lang="ko-KR" altLang="en-US" sz="1200" spc="-20" dirty="0">
                <a:latin typeface="Malgun Gothic"/>
                <a:cs typeface="Malgun Gothic"/>
              </a:rPr>
              <a:t>신세계 </a:t>
            </a:r>
            <a:r>
              <a:rPr lang="en-US" altLang="ko-KR" sz="1200" spc="-20" dirty="0">
                <a:latin typeface="Malgun Gothic"/>
                <a:cs typeface="Malgun Gothic"/>
              </a:rPr>
              <a:t>: </a:t>
            </a:r>
            <a:r>
              <a:rPr lang="ko-KR" altLang="en-US" sz="1200" spc="-20" dirty="0">
                <a:latin typeface="Malgun Gothic"/>
                <a:cs typeface="Malgun Gothic"/>
              </a:rPr>
              <a:t>대구 신세계 설비공사</a:t>
            </a:r>
            <a:r>
              <a:rPr lang="en-US" altLang="ko-KR" sz="1200" spc="-20" dirty="0">
                <a:latin typeface="Malgun Gothic"/>
                <a:cs typeface="Malgun Gothic"/>
              </a:rPr>
              <a:t>, 41</a:t>
            </a:r>
            <a:r>
              <a:rPr lang="ko-KR" altLang="en-US" sz="1200" spc="-20" dirty="0">
                <a:latin typeface="Malgun Gothic"/>
                <a:cs typeface="Malgun Gothic"/>
              </a:rPr>
              <a:t>억원</a:t>
            </a:r>
            <a:endParaRPr lang="en-US" altLang="ko-KR" sz="1200" spc="-20" dirty="0">
              <a:latin typeface="Malgun Gothic"/>
              <a:cs typeface="Malgun Gothic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xmlns="" id="{33FF01F8-E3A4-92A4-3D12-9625BAEA89BB}"/>
              </a:ext>
            </a:extLst>
          </p:cNvPr>
          <p:cNvSpPr/>
          <p:nvPr/>
        </p:nvSpPr>
        <p:spPr>
          <a:xfrm>
            <a:off x="4574540" y="2597326"/>
            <a:ext cx="2080895" cy="20778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object 34">
            <a:extLst>
              <a:ext uri="{FF2B5EF4-FFF2-40B4-BE49-F238E27FC236}">
                <a16:creationId xmlns:a16="http://schemas.microsoft.com/office/drawing/2014/main" xmlns="" id="{4527780F-7D5A-6581-88C0-41D50E8E20E2}"/>
              </a:ext>
            </a:extLst>
          </p:cNvPr>
          <p:cNvSpPr/>
          <p:nvPr/>
        </p:nvSpPr>
        <p:spPr>
          <a:xfrm>
            <a:off x="990599" y="8780337"/>
            <a:ext cx="5105401" cy="425258"/>
          </a:xfrm>
          <a:custGeom>
            <a:avLst/>
            <a:gdLst/>
            <a:ahLst/>
            <a:cxnLst/>
            <a:rect l="l" t="t" r="r" b="b"/>
            <a:pathLst>
              <a:path w="5634355" h="325120">
                <a:moveTo>
                  <a:pt x="5634228" y="0"/>
                </a:moveTo>
                <a:lnTo>
                  <a:pt x="0" y="0"/>
                </a:lnTo>
                <a:lnTo>
                  <a:pt x="0" y="324612"/>
                </a:lnTo>
                <a:lnTo>
                  <a:pt x="5634228" y="324612"/>
                </a:lnTo>
                <a:lnTo>
                  <a:pt x="5634228" y="0"/>
                </a:lnTo>
                <a:close/>
              </a:path>
            </a:pathLst>
          </a:custGeom>
          <a:solidFill>
            <a:srgbClr val="DAE2F3">
              <a:alpha val="50195"/>
            </a:srgbClr>
          </a:solidFill>
        </p:spPr>
        <p:txBody>
          <a:bodyPr wrap="square" lIns="72000" tIns="0" rIns="72000" bIns="0" rtlCol="0" anchor="ctr" anchorCtr="0"/>
          <a:lstStyle/>
          <a:p>
            <a:r>
              <a:rPr lang="en-US" altLang="ko-KR" sz="1200" u="sng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→ 2025</a:t>
            </a:r>
            <a:r>
              <a:rPr lang="ko-KR" altLang="en-US" sz="1200" u="sng" spc="-3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년</a:t>
            </a:r>
            <a:r>
              <a:rPr lang="ko-KR" altLang="en-US" sz="1200" u="sng" spc="-9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lang="en-US" altLang="ko-KR" sz="1200" u="sng" spc="-1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11</a:t>
            </a:r>
            <a:r>
              <a:rPr lang="ko-KR" altLang="en-US" sz="1200" u="sng" spc="-1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월말</a:t>
            </a:r>
            <a:r>
              <a:rPr lang="ko-KR" altLang="en-US" sz="1200" u="sng" spc="-7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lang="ko-KR" altLang="en-US" sz="1200" u="sng" spc="-15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수주잔고</a:t>
            </a:r>
            <a:r>
              <a:rPr lang="ko-KR" altLang="en-US" sz="1200" u="sng" spc="-7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lang="en-US" altLang="ko-KR" sz="1200" u="sng" spc="114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:</a:t>
            </a:r>
            <a:r>
              <a:rPr lang="ko-KR" altLang="en-US" sz="1200" u="sng" spc="-6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lang="en-US" altLang="ko-KR" sz="1200" u="sng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1,200</a:t>
            </a:r>
            <a:r>
              <a:rPr lang="ko-KR" altLang="en-US" sz="1200" u="sng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억원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165</Words>
  <Application>Microsoft Office PowerPoint</Application>
  <PresentationFormat>사용자 지정</PresentationFormat>
  <Paragraphs>43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Malgun Gothic</vt:lpstr>
      <vt:lpstr>Malgun Gothic</vt:lpstr>
      <vt:lpstr>Arial</vt:lpstr>
      <vt:lpstr>Calibri</vt:lpstr>
      <vt:lpstr>Wingdings</vt:lpstr>
      <vt:lpstr>Office Theme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회근 박</dc:creator>
  <cp:lastModifiedBy>Cellumed</cp:lastModifiedBy>
  <cp:revision>5</cp:revision>
  <cp:lastPrinted>2025-12-08T06:58:42Z</cp:lastPrinted>
  <dcterms:created xsi:type="dcterms:W3CDTF">2025-12-08T06:25:35Z</dcterms:created>
  <dcterms:modified xsi:type="dcterms:W3CDTF">2025-12-11T07:38:31Z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2025-12-08T00:00:00Z</vt:filetime>
  </property>
  <property fmtid="{D5CDD505-2E9C-101B-9397-08002B2CF9AE}" pid="5" name="Producer">
    <vt:lpwstr>3-Heights(TM) PDF Security Shell 4.8.25.2 (http://www.pdf-tools.com)</vt:lpwstr>
  </property>
</Properties>
</file>