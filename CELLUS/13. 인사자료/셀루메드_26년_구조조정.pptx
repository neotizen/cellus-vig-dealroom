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51" d="100"/>
          <a:sy n="51" d="100"/>
        </p:scale>
        <p:origin x="75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C6397-7ECC-D91F-E5C1-DB4DCFC72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289D05-C89D-BC2D-177A-E19D9719A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8D82B-6250-BB6F-D222-3279296E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511617-A721-BC20-451C-6C130728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27948-C75A-2405-F1D8-E77ABD97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67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1F278-A5C4-09AA-D864-75C731F5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FDB23-EB33-8A01-E4CA-824D7EA44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D29DB-0D72-FB9A-9AA2-CDD7D114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A72B58-1B5A-1280-A2E7-C2F17E28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4BD8F-E57E-FA37-86DB-E2A94896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73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1D5CF-4FD5-4132-B009-DD787803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E04126-B018-8039-72CD-B1AA9D0BB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A65E0-D423-47F3-4D21-81806385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72C7F-4C62-9E38-4EA4-5ED8E5A0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2CC2A-84D4-86F4-8E7B-81C3ADE1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62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6D8D-54A1-604C-55B4-6550B1C4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F3B8-6C7E-1898-B349-0DDA11607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6CFC64-CEB8-0F1A-38AE-F683B1211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3A42A8-D962-9E81-25B9-DB9D0565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3D169-0886-EA2C-64B7-FE4C1992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DCC5F2-E04D-0A88-E94F-23AC5399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99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8A988-78FD-205C-67C1-B327B8FB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B16A0A-5542-156D-AB67-270ED18C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435F24-B9A2-9035-5583-DD84D8211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45628A-1582-6B4B-7B0C-2B9CF8F83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D1071F-DC4C-1ABB-16AB-524861A43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E137E6-D710-6E30-814F-9AC903B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03781D-2823-4882-1113-8A977B7A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8493B0-E28D-031F-3D91-B19E9846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98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823A7-B9A7-7A54-834A-152F63E4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BD5FD9-51D2-539A-2E2A-17A547D1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8753C0-32BE-C5A9-2B82-D1206EA4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7D6F86-D4D3-0A77-ECAB-24B89137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0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A83E11-1A8C-0AE0-0CEC-2D98156E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73F3DC-EA94-E725-2B67-F0D90B6F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B58E9-3AED-800C-6F44-16832AF9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16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EFD84-2A42-82D3-FCCE-B2B22D91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A61D9-1691-5884-3436-E744C7AAA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907907-71B6-9897-E156-C023678F1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4FD17-191B-907E-4115-13F14DAF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48585C-BC53-968A-6684-120783C0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BBB7E0-C973-1991-95A4-29E6602F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06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971D3-C4AA-5409-EC96-9F157FB6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9DD1F9-EFC6-23A2-0ADB-E9E490825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E1E52B-840F-C120-E581-C359EDF91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7C291F-C09B-8CE0-D0E1-A215F95B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FE3481-ED11-D08E-507A-81A719CC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179E0F-30BF-08A7-B5DB-0AEDDC28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18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1EA83-63FF-6D44-F345-90DAB1BE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F4D4BD-80F4-89A4-DB43-847EF79AF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B4ED18-16C6-3C72-E3E4-72CCA500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DFCE1-53D7-8F8F-520D-8D06F366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40B4D8-C9D4-FD2A-4A27-9107C0A8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7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BFEE40-1E23-4B77-97B0-CE8A3AE08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5BCE09-6F0F-6F24-BA7C-5674F66A4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8783-845D-76C6-D5DF-DF0079A1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A1BBF-E6A6-C77B-1E06-3AE70D6E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DC09EE-96E9-19C4-19FB-188281BA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7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638330-F25C-6420-3F7E-1A14B220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2596A-7798-B425-EE47-0FC41AAA3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6D0E3E-C933-D531-F9E3-4A11280F1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DF866-70D9-4F6C-8B4D-902137829A3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C36730-56BD-87DB-8DCB-070BF41C9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E0135-88E3-3036-656C-CDEBA6412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5CC6-3096-4528-BB5B-04364C143D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8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4DD2E-96C0-F4E9-6161-7EFDDDB5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0A56E01-946A-8EF9-08C8-A87AD7451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7612"/>
              </p:ext>
            </p:extLst>
          </p:nvPr>
        </p:nvGraphicFramePr>
        <p:xfrm>
          <a:off x="5331860" y="387596"/>
          <a:ext cx="101439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396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9B2108-9F57-25A7-574B-D900116A0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015546"/>
              </p:ext>
            </p:extLst>
          </p:nvPr>
        </p:nvGraphicFramePr>
        <p:xfrm>
          <a:off x="2141082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신제품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PO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C34EDC4-7FBC-0B14-23BD-8E23A731F3A1}"/>
              </a:ext>
            </a:extLst>
          </p:cNvPr>
          <p:cNvGraphicFramePr>
            <a:graphicFrameLocks noGrp="1"/>
          </p:cNvGraphicFramePr>
          <p:nvPr/>
        </p:nvGraphicFramePr>
        <p:xfrm>
          <a:off x="4547407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 err="1"/>
                        <a:t>Celluderm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PO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F5F66B5-78FC-1662-EE8F-F24BAED1FCB8}"/>
              </a:ext>
            </a:extLst>
          </p:cNvPr>
          <p:cNvGraphicFramePr>
            <a:graphicFrameLocks noGrp="1"/>
          </p:cNvGraphicFramePr>
          <p:nvPr/>
        </p:nvGraphicFramePr>
        <p:xfrm>
          <a:off x="6615228" y="4437546"/>
          <a:ext cx="1374313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313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 err="1"/>
                        <a:t>Rafugen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PO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4882DDB-0EE3-264F-89A2-0CDAB9F7722E}"/>
              </a:ext>
            </a:extLst>
          </p:cNvPr>
          <p:cNvGraphicFramePr>
            <a:graphicFrameLocks noGrp="1"/>
          </p:cNvGraphicFramePr>
          <p:nvPr/>
        </p:nvGraphicFramePr>
        <p:xfrm>
          <a:off x="8646163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 err="1"/>
                        <a:t>Luminus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PO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CC3FB8C-7416-3035-808C-3B4840CEF34F}"/>
              </a:ext>
            </a:extLst>
          </p:cNvPr>
          <p:cNvSpPr txBox="1"/>
          <p:nvPr/>
        </p:nvSpPr>
        <p:spPr>
          <a:xfrm>
            <a:off x="9975273" y="387596"/>
            <a:ext cx="208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 : Product Office</a:t>
            </a:r>
            <a:endParaRPr lang="ko-KR" altLang="en-US" sz="16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0A4C663-FFD8-8F99-4D64-275B82B4B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00828"/>
              </p:ext>
            </p:extLst>
          </p:nvPr>
        </p:nvGraphicFramePr>
        <p:xfrm>
          <a:off x="7763051" y="1112466"/>
          <a:ext cx="1767447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744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188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trike="noStrike" dirty="0"/>
                        <a:t>기획조정실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trike="noStrike" dirty="0"/>
                        <a:t>김수연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4FC4BD6-DBCA-ED32-1302-55CC2C598ADD}"/>
              </a:ext>
            </a:extLst>
          </p:cNvPr>
          <p:cNvCxnSpPr/>
          <p:nvPr/>
        </p:nvCxnSpPr>
        <p:spPr>
          <a:xfrm>
            <a:off x="5839057" y="1470581"/>
            <a:ext cx="1923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2A6346E-5EFD-080C-FC53-43B886EC7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688511"/>
              </p:ext>
            </p:extLst>
          </p:nvPr>
        </p:nvGraphicFramePr>
        <p:xfrm>
          <a:off x="5188100" y="1988152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CPO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PO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C3D0552-7227-1FD8-0F4D-EE0DB7AA2BD3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>
            <a:off x="5839058" y="1129276"/>
            <a:ext cx="4360" cy="858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DCBF935-08B9-F066-FCC8-0F734EB252BA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3553270" y="2147398"/>
            <a:ext cx="1608146" cy="297215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8E9112B7-7430-1ECF-7C5D-979B266DBB9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rot="5400000">
            <a:off x="4756433" y="3350561"/>
            <a:ext cx="1608146" cy="5658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8F409985-3C10-C794-D4E8-E59573467A7B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 rot="16200000" flipH="1">
            <a:off x="5768828" y="2903990"/>
            <a:ext cx="1608146" cy="145896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DDA4F78-0E14-5F3D-E893-B778A8801F5B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 rot="16200000" flipH="1">
            <a:off x="6768376" y="1904441"/>
            <a:ext cx="1608146" cy="34580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19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5FB4FD2-B6AA-4D09-AA84-F8C9CB854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794323"/>
              </p:ext>
            </p:extLst>
          </p:nvPr>
        </p:nvGraphicFramePr>
        <p:xfrm>
          <a:off x="5331859" y="387596"/>
          <a:ext cx="166282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829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기획조정실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김수연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87831A-BC32-67FD-78F1-51B56BC3C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562387"/>
              </p:ext>
            </p:extLst>
          </p:nvPr>
        </p:nvGraphicFramePr>
        <p:xfrm>
          <a:off x="2141082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구매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7CDD555-F3F0-541F-9B3A-FA8802C14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031816"/>
              </p:ext>
            </p:extLst>
          </p:nvPr>
        </p:nvGraphicFramePr>
        <p:xfrm>
          <a:off x="4547407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재무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BE0F019-F1B0-FCCD-E13C-C676FE4FC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604219"/>
              </p:ext>
            </p:extLst>
          </p:nvPr>
        </p:nvGraphicFramePr>
        <p:xfrm>
          <a:off x="6615228" y="4437546"/>
          <a:ext cx="1374313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313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인사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(2)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BFF992F-52C7-089F-6E25-F3B1AAE03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15577"/>
              </p:ext>
            </p:extLst>
          </p:nvPr>
        </p:nvGraphicFramePr>
        <p:xfrm>
          <a:off x="8646163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기획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(2)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0D4C463-A7AB-AFF8-30CE-FF5F4EDE7764}"/>
              </a:ext>
            </a:extLst>
          </p:cNvPr>
          <p:cNvSpPr txBox="1"/>
          <p:nvPr/>
        </p:nvSpPr>
        <p:spPr>
          <a:xfrm>
            <a:off x="9975273" y="387596"/>
            <a:ext cx="208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 : Product Office</a:t>
            </a:r>
            <a:endParaRPr lang="ko-KR" altLang="en-US" sz="1600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27E1829-8589-048E-2D80-0CC31A40AA9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2863136" y="1137409"/>
            <a:ext cx="3308270" cy="32920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F4F565C-83F0-A88C-C030-22C6A1E800CB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4066298" y="2340571"/>
            <a:ext cx="3308270" cy="8856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E4C2BC5-A2DB-BCD7-0041-80B4E7863F82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5078693" y="2213855"/>
            <a:ext cx="3308270" cy="113911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19198239-56B9-BB7C-19B7-4C3DE75DD5CF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6078242" y="1214307"/>
            <a:ext cx="3308270" cy="31382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31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A4E1-EB8F-E6A8-D1C6-AD215E61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859FEC-9B7D-3396-3D27-101563D77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284463"/>
              </p:ext>
            </p:extLst>
          </p:nvPr>
        </p:nvGraphicFramePr>
        <p:xfrm>
          <a:off x="5595806" y="387596"/>
          <a:ext cx="166282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829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Celluderm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94B6C8E-66F8-658A-275C-C1FEB0D78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547278"/>
              </p:ext>
            </p:extLst>
          </p:nvPr>
        </p:nvGraphicFramePr>
        <p:xfrm>
          <a:off x="1264390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기획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(1)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2488EBC-2738-9DD5-ED0D-73FD992D1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20223"/>
              </p:ext>
            </p:extLst>
          </p:nvPr>
        </p:nvGraphicFramePr>
        <p:xfrm>
          <a:off x="3529310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개발</a:t>
                      </a:r>
                      <a:r>
                        <a:rPr lang="en-US" altLang="ko-KR" sz="2100" dirty="0"/>
                        <a:t>,</a:t>
                      </a:r>
                      <a:r>
                        <a:rPr lang="ko-KR" altLang="en-US" sz="2100" dirty="0"/>
                        <a:t>허가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85DF7C6-B7A8-1930-C95F-9D2430231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92447"/>
              </p:ext>
            </p:extLst>
          </p:nvPr>
        </p:nvGraphicFramePr>
        <p:xfrm>
          <a:off x="5738536" y="4437546"/>
          <a:ext cx="1374313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313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생산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(6)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749FDC1-57BB-9D00-E06C-2C1EA0B97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610302"/>
              </p:ext>
            </p:extLst>
          </p:nvPr>
        </p:nvGraphicFramePr>
        <p:xfrm>
          <a:off x="7769471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품질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FCBA4B4E-50F8-CEE1-685B-C30227FC798D}"/>
              </a:ext>
            </a:extLst>
          </p:cNvPr>
          <p:cNvSpPr txBox="1"/>
          <p:nvPr/>
        </p:nvSpPr>
        <p:spPr>
          <a:xfrm>
            <a:off x="9975273" y="387596"/>
            <a:ext cx="208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 : Product Office</a:t>
            </a:r>
            <a:endParaRPr lang="ko-KR" altLang="en-US" sz="1600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FE6E6B53-BA31-A55F-BEFD-4DC4CE0333C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2556763" y="567089"/>
            <a:ext cx="3308270" cy="44326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C9646D1-337A-4C68-0E09-6F36C4D505DF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3689223" y="1699549"/>
            <a:ext cx="3308270" cy="2167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2AEEE8AB-532F-67F3-99C9-8585ACE297C9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4772321" y="2782647"/>
            <a:ext cx="3308270" cy="15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2CC461D-FAE0-C810-BAD8-A890EE55D936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5771869" y="1784626"/>
            <a:ext cx="3308270" cy="19975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6E5CA3-CA58-1558-0388-530FF390E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079632"/>
              </p:ext>
            </p:extLst>
          </p:nvPr>
        </p:nvGraphicFramePr>
        <p:xfrm>
          <a:off x="9736730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영업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(2)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5F1EF669-955B-906D-3A84-EAFFD9437F33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rot="16200000" flipH="1">
            <a:off x="6755499" y="800997"/>
            <a:ext cx="3308270" cy="39648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화살표: 아래로 구부러짐 8">
            <a:extLst>
              <a:ext uri="{FF2B5EF4-FFF2-40B4-BE49-F238E27FC236}">
                <a16:creationId xmlns:a16="http://schemas.microsoft.com/office/drawing/2014/main" id="{CF8AAF8E-193D-79D4-B17D-BD2C68B5B327}"/>
              </a:ext>
            </a:extLst>
          </p:cNvPr>
          <p:cNvSpPr/>
          <p:nvPr/>
        </p:nvSpPr>
        <p:spPr>
          <a:xfrm rot="10800000">
            <a:off x="2158738" y="5401559"/>
            <a:ext cx="1885361" cy="71643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9266DFF5-6088-2970-281E-4B980E3E57AA}"/>
              </a:ext>
            </a:extLst>
          </p:cNvPr>
          <p:cNvSpPr/>
          <p:nvPr/>
        </p:nvSpPr>
        <p:spPr>
          <a:xfrm>
            <a:off x="2253005" y="3742441"/>
            <a:ext cx="1828800" cy="57503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E6B42CA-5293-C6CB-0455-077EC98927D9}"/>
              </a:ext>
            </a:extLst>
          </p:cNvPr>
          <p:cNvSpPr/>
          <p:nvPr/>
        </p:nvSpPr>
        <p:spPr>
          <a:xfrm>
            <a:off x="5147035" y="4685122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5FB54B1-FD9E-F4B2-5D19-2854639D5B6E}"/>
              </a:ext>
            </a:extLst>
          </p:cNvPr>
          <p:cNvSpPr/>
          <p:nvPr/>
        </p:nvSpPr>
        <p:spPr>
          <a:xfrm>
            <a:off x="7255579" y="4670989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1D0F7308-F36C-FC66-294B-24E3C4F4B02C}"/>
              </a:ext>
            </a:extLst>
          </p:cNvPr>
          <p:cNvSpPr/>
          <p:nvPr/>
        </p:nvSpPr>
        <p:spPr>
          <a:xfrm>
            <a:off x="9184033" y="4670988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32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2912-EE77-497B-7FF9-DA8FB08B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5FF3447-CB47-C113-B8D5-42EDF58C2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319635"/>
              </p:ext>
            </p:extLst>
          </p:nvPr>
        </p:nvGraphicFramePr>
        <p:xfrm>
          <a:off x="5595806" y="387596"/>
          <a:ext cx="166282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829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Rafugen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420E8EA-9C04-AF74-3B1A-42DC25F72A81}"/>
              </a:ext>
            </a:extLst>
          </p:cNvPr>
          <p:cNvGraphicFramePr>
            <a:graphicFrameLocks noGrp="1"/>
          </p:cNvGraphicFramePr>
          <p:nvPr/>
        </p:nvGraphicFramePr>
        <p:xfrm>
          <a:off x="1264390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기획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(1)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9542B9B-2BB7-ADB2-72F0-1624866C78F8}"/>
              </a:ext>
            </a:extLst>
          </p:cNvPr>
          <p:cNvGraphicFramePr>
            <a:graphicFrameLocks noGrp="1"/>
          </p:cNvGraphicFramePr>
          <p:nvPr/>
        </p:nvGraphicFramePr>
        <p:xfrm>
          <a:off x="3529310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개발</a:t>
                      </a:r>
                      <a:r>
                        <a:rPr lang="en-US" altLang="ko-KR" sz="2100" dirty="0"/>
                        <a:t>,</a:t>
                      </a:r>
                      <a:r>
                        <a:rPr lang="ko-KR" altLang="en-US" sz="2100" dirty="0"/>
                        <a:t>허가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3BBA2F4-8EAF-46EB-B1D4-4F4471C43AA7}"/>
              </a:ext>
            </a:extLst>
          </p:cNvPr>
          <p:cNvGraphicFramePr>
            <a:graphicFrameLocks noGrp="1"/>
          </p:cNvGraphicFramePr>
          <p:nvPr/>
        </p:nvGraphicFramePr>
        <p:xfrm>
          <a:off x="5738536" y="4437546"/>
          <a:ext cx="1374313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313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생산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(6)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A8327A6-453F-F9D0-CB60-58F8163483F7}"/>
              </a:ext>
            </a:extLst>
          </p:cNvPr>
          <p:cNvGraphicFramePr>
            <a:graphicFrameLocks noGrp="1"/>
          </p:cNvGraphicFramePr>
          <p:nvPr/>
        </p:nvGraphicFramePr>
        <p:xfrm>
          <a:off x="7769471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품질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02E1F0C5-97E4-88E3-ACDC-D288269DFBCA}"/>
              </a:ext>
            </a:extLst>
          </p:cNvPr>
          <p:cNvSpPr txBox="1"/>
          <p:nvPr/>
        </p:nvSpPr>
        <p:spPr>
          <a:xfrm>
            <a:off x="9975273" y="387596"/>
            <a:ext cx="208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 : Product Office</a:t>
            </a:r>
            <a:endParaRPr lang="ko-KR" altLang="en-US" sz="1600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9188C89A-9B3A-AE7D-FA3A-655A67A5D96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2556763" y="567089"/>
            <a:ext cx="3308270" cy="44326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A7F0271-F281-39BB-D99D-01AD9107C81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3689223" y="1699549"/>
            <a:ext cx="3308270" cy="2167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BFEBB8C3-E00F-FD52-006E-EA03189BEF9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4772321" y="2782647"/>
            <a:ext cx="3308270" cy="15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08A2920-C6CE-698B-60B4-DCA634EF7F89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5771869" y="1784626"/>
            <a:ext cx="3308270" cy="19975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20D033F-2251-C3B6-B7D4-E5B06216D7E2}"/>
              </a:ext>
            </a:extLst>
          </p:cNvPr>
          <p:cNvGraphicFramePr>
            <a:graphicFrameLocks noGrp="1"/>
          </p:cNvGraphicFramePr>
          <p:nvPr/>
        </p:nvGraphicFramePr>
        <p:xfrm>
          <a:off x="9736730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영업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(2)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02DDF7E-4938-3DE7-D387-AE2645D4608E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rot="16200000" flipH="1">
            <a:off x="6755499" y="800997"/>
            <a:ext cx="3308270" cy="39648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화살표: 아래로 구부러짐 8">
            <a:extLst>
              <a:ext uri="{FF2B5EF4-FFF2-40B4-BE49-F238E27FC236}">
                <a16:creationId xmlns:a16="http://schemas.microsoft.com/office/drawing/2014/main" id="{31033BE1-A542-F145-3904-D7E26FD47708}"/>
              </a:ext>
            </a:extLst>
          </p:cNvPr>
          <p:cNvSpPr/>
          <p:nvPr/>
        </p:nvSpPr>
        <p:spPr>
          <a:xfrm rot="10800000">
            <a:off x="2158738" y="5401559"/>
            <a:ext cx="1885361" cy="71643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16D785C7-B263-B152-F878-79E034A0FE95}"/>
              </a:ext>
            </a:extLst>
          </p:cNvPr>
          <p:cNvSpPr/>
          <p:nvPr/>
        </p:nvSpPr>
        <p:spPr>
          <a:xfrm>
            <a:off x="2253005" y="3742441"/>
            <a:ext cx="1828800" cy="57503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6E9EA7F1-642A-0388-387A-E2E5D3202821}"/>
              </a:ext>
            </a:extLst>
          </p:cNvPr>
          <p:cNvSpPr/>
          <p:nvPr/>
        </p:nvSpPr>
        <p:spPr>
          <a:xfrm>
            <a:off x="5147035" y="4685122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BAFB7A1-B7C4-E0A7-3030-63B94D66BF68}"/>
              </a:ext>
            </a:extLst>
          </p:cNvPr>
          <p:cNvSpPr/>
          <p:nvPr/>
        </p:nvSpPr>
        <p:spPr>
          <a:xfrm>
            <a:off x="7255579" y="4670989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DA6938E-F52B-1C97-60D4-44BF46285360}"/>
              </a:ext>
            </a:extLst>
          </p:cNvPr>
          <p:cNvSpPr/>
          <p:nvPr/>
        </p:nvSpPr>
        <p:spPr>
          <a:xfrm>
            <a:off x="9184033" y="4670988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8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DEDE-BB12-3A3C-5E5C-FAFBE761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F9B8A3A-D20B-8AF6-BE11-7AD0D872E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944438"/>
              </p:ext>
            </p:extLst>
          </p:nvPr>
        </p:nvGraphicFramePr>
        <p:xfrm>
          <a:off x="5595806" y="387596"/>
          <a:ext cx="166282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829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Luminus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0FDB1B0-66CD-9DF4-2EEA-070EFF8EA4C5}"/>
              </a:ext>
            </a:extLst>
          </p:cNvPr>
          <p:cNvGraphicFramePr>
            <a:graphicFrameLocks noGrp="1"/>
          </p:cNvGraphicFramePr>
          <p:nvPr/>
        </p:nvGraphicFramePr>
        <p:xfrm>
          <a:off x="1264390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기획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(1)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F6D1D25-CC23-751A-270C-C8DA1C7DD3AA}"/>
              </a:ext>
            </a:extLst>
          </p:cNvPr>
          <p:cNvGraphicFramePr>
            <a:graphicFrameLocks noGrp="1"/>
          </p:cNvGraphicFramePr>
          <p:nvPr/>
        </p:nvGraphicFramePr>
        <p:xfrm>
          <a:off x="3529310" y="4437546"/>
          <a:ext cx="1460372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372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개발</a:t>
                      </a:r>
                      <a:r>
                        <a:rPr lang="en-US" altLang="ko-KR" sz="2100" dirty="0"/>
                        <a:t>,</a:t>
                      </a:r>
                      <a:r>
                        <a:rPr lang="ko-KR" altLang="en-US" sz="2100" dirty="0"/>
                        <a:t>허가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5D65693-0709-CF63-C58C-B8383081209A}"/>
              </a:ext>
            </a:extLst>
          </p:cNvPr>
          <p:cNvGraphicFramePr>
            <a:graphicFrameLocks noGrp="1"/>
          </p:cNvGraphicFramePr>
          <p:nvPr/>
        </p:nvGraphicFramePr>
        <p:xfrm>
          <a:off x="5738536" y="4437546"/>
          <a:ext cx="1374313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313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생산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(6)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8073C17-793B-2148-19B5-E73B918BD9F7}"/>
              </a:ext>
            </a:extLst>
          </p:cNvPr>
          <p:cNvGraphicFramePr>
            <a:graphicFrameLocks noGrp="1"/>
          </p:cNvGraphicFramePr>
          <p:nvPr/>
        </p:nvGraphicFramePr>
        <p:xfrm>
          <a:off x="7769471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품질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(3)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5F9A506E-3869-F3FC-5E17-A35C53968D7E}"/>
              </a:ext>
            </a:extLst>
          </p:cNvPr>
          <p:cNvSpPr txBox="1"/>
          <p:nvPr/>
        </p:nvSpPr>
        <p:spPr>
          <a:xfrm>
            <a:off x="9975273" y="387596"/>
            <a:ext cx="208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 : Product Office</a:t>
            </a:r>
            <a:endParaRPr lang="ko-KR" altLang="en-US" sz="1600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C5A7E1E-F759-116F-AEBD-A562456AFA4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2556763" y="567089"/>
            <a:ext cx="3308270" cy="44326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040ACB14-E574-F1B4-BB37-BDF96EB4DF15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3689223" y="1699549"/>
            <a:ext cx="3308270" cy="2167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E802B939-7995-CAF8-C63E-1ED6F4F2C01F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4772321" y="2782647"/>
            <a:ext cx="3308270" cy="15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3BB8A229-291D-5034-5AAA-F0703D865E2E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5771869" y="1784626"/>
            <a:ext cx="3308270" cy="19975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45D9396-8A93-5393-380C-2628FBF846B4}"/>
              </a:ext>
            </a:extLst>
          </p:cNvPr>
          <p:cNvGraphicFramePr>
            <a:graphicFrameLocks noGrp="1"/>
          </p:cNvGraphicFramePr>
          <p:nvPr/>
        </p:nvGraphicFramePr>
        <p:xfrm>
          <a:off x="9736730" y="4437546"/>
          <a:ext cx="1310637" cy="84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637">
                  <a:extLst>
                    <a:ext uri="{9D8B030D-6E8A-4147-A177-3AD203B41FA5}">
                      <a16:colId xmlns:a16="http://schemas.microsoft.com/office/drawing/2014/main" val="6209232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영업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37521166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100" dirty="0"/>
                        <a:t>(2)</a:t>
                      </a:r>
                      <a:endParaRPr lang="ko-KR" altLang="en-US" sz="2100" dirty="0"/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3750857026"/>
                  </a:ext>
                </a:extLst>
              </a:tr>
            </a:tbl>
          </a:graphicData>
        </a:graphic>
      </p:graphicFrame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66D7AD65-290C-BF21-33A7-E064AACAB9D0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rot="16200000" flipH="1">
            <a:off x="6755499" y="800997"/>
            <a:ext cx="3308270" cy="39648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화살표: 아래로 구부러짐 8">
            <a:extLst>
              <a:ext uri="{FF2B5EF4-FFF2-40B4-BE49-F238E27FC236}">
                <a16:creationId xmlns:a16="http://schemas.microsoft.com/office/drawing/2014/main" id="{D835D048-3BD6-2510-415A-BB7A5BF6B54C}"/>
              </a:ext>
            </a:extLst>
          </p:cNvPr>
          <p:cNvSpPr/>
          <p:nvPr/>
        </p:nvSpPr>
        <p:spPr>
          <a:xfrm rot="10800000">
            <a:off x="2158738" y="5401559"/>
            <a:ext cx="1885361" cy="71643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1EB19194-A05B-A055-A47D-23A513995100}"/>
              </a:ext>
            </a:extLst>
          </p:cNvPr>
          <p:cNvSpPr/>
          <p:nvPr/>
        </p:nvSpPr>
        <p:spPr>
          <a:xfrm>
            <a:off x="2253005" y="3742441"/>
            <a:ext cx="1828800" cy="57503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93DE9A3-D750-02F2-AF3A-779F2AF371EC}"/>
              </a:ext>
            </a:extLst>
          </p:cNvPr>
          <p:cNvSpPr/>
          <p:nvPr/>
        </p:nvSpPr>
        <p:spPr>
          <a:xfrm>
            <a:off x="5147035" y="4685122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4032EFA-D9D0-75D3-C021-CC047E96B875}"/>
              </a:ext>
            </a:extLst>
          </p:cNvPr>
          <p:cNvSpPr/>
          <p:nvPr/>
        </p:nvSpPr>
        <p:spPr>
          <a:xfrm>
            <a:off x="7255579" y="4670989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A8AFA35-1BA2-099C-9FB5-C6DD12E85ED0}"/>
              </a:ext>
            </a:extLst>
          </p:cNvPr>
          <p:cNvSpPr/>
          <p:nvPr/>
        </p:nvSpPr>
        <p:spPr>
          <a:xfrm>
            <a:off x="9184033" y="4670988"/>
            <a:ext cx="448771" cy="339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51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123</Words>
  <Application>Microsoft Office PowerPoint</Application>
  <PresentationFormat>와이드스크린</PresentationFormat>
  <Paragraphs>64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7164</dc:creator>
  <cp:lastModifiedBy>7164</cp:lastModifiedBy>
  <cp:revision>27</cp:revision>
  <dcterms:created xsi:type="dcterms:W3CDTF">2025-07-15T01:28:08Z</dcterms:created>
  <dcterms:modified xsi:type="dcterms:W3CDTF">2026-03-24T11:17:56Z</dcterms:modified>
</cp:coreProperties>
</file>